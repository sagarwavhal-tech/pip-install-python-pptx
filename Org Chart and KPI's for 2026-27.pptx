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7" r:id="rId3"/>
    <p:sldId id="256" r:id="rId4"/>
    <p:sldId id="259" r:id="rId5"/>
    <p:sldId id="258" r:id="rId6"/>
    <p:sldId id="261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6AA1FF-A258-4337-85C8-3809CD9D785C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24CF6AB-DAB9-40B9-A41E-E85DD7319B11}">
      <dgm:prSet phldrT="[Text]"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VINEET DEORE </a:t>
          </a:r>
          <a:endParaRPr lang="en-IN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BDE30C1-7BEC-4FCB-B937-8FFB40F347D7}" type="parTrans" cxnId="{DBE059D1-FDB9-47A1-B20D-C0F8E9F55DBE}">
      <dgm:prSet/>
      <dgm:spPr/>
      <dgm:t>
        <a:bodyPr/>
        <a:lstStyle/>
        <a:p>
          <a:endParaRPr lang="en-IN"/>
        </a:p>
      </dgm:t>
    </dgm:pt>
    <dgm:pt modelId="{614B1F6F-81BB-4FE9-B92A-E27ABBDE238E}" type="sibTrans" cxnId="{DBE059D1-FDB9-47A1-B20D-C0F8E9F55DBE}">
      <dgm:prSet/>
      <dgm:spPr/>
      <dgm:t>
        <a:bodyPr/>
        <a:lstStyle/>
        <a:p>
          <a:endParaRPr lang="en-IN"/>
        </a:p>
      </dgm:t>
    </dgm:pt>
    <dgm:pt modelId="{8EA1F6BD-ED22-42A5-BC0B-1503737CF009}">
      <dgm:prSet phldrT="[Text]" custT="1"/>
      <dgm:spPr/>
      <dgm:t>
        <a:bodyPr/>
        <a:lstStyle/>
        <a:p>
          <a:r>
            <a:rPr lang="de-DE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SAGAR WAVHAL</a:t>
          </a:r>
        </a:p>
      </dgm:t>
    </dgm:pt>
    <dgm:pt modelId="{EA047283-5605-4D6C-ABB2-427D6F6CF273}" type="parTrans" cxnId="{B2F5EDAA-7E75-47C4-BC07-E50C30660601}">
      <dgm:prSet/>
      <dgm:spPr/>
      <dgm:t>
        <a:bodyPr/>
        <a:lstStyle/>
        <a:p>
          <a:endParaRPr lang="en-IN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C88D88A-194C-4CFD-B6E3-1E6DC4906333}" type="sibTrans" cxnId="{B2F5EDAA-7E75-47C4-BC07-E50C30660601}">
      <dgm:prSet/>
      <dgm:spPr/>
      <dgm:t>
        <a:bodyPr/>
        <a:lstStyle/>
        <a:p>
          <a:endParaRPr lang="en-IN"/>
        </a:p>
      </dgm:t>
    </dgm:pt>
    <dgm:pt modelId="{F5CC9F7E-39C7-4BEB-BC82-3308DA7D0933}">
      <dgm:prSet phldrT="[Text]"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RUPALI SHIRODKAR</a:t>
          </a:r>
        </a:p>
      </dgm:t>
    </dgm:pt>
    <dgm:pt modelId="{6D9F7110-E453-4CD2-9E8E-27645D92BBEC}" type="parTrans" cxnId="{2731160A-0044-4AE3-AF51-247C833FFD2C}">
      <dgm:prSet/>
      <dgm:spPr/>
      <dgm:t>
        <a:bodyPr/>
        <a:lstStyle/>
        <a:p>
          <a:endParaRPr lang="en-IN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8AE1BC3-86E1-484F-A9E1-455BF6EABB82}" type="sibTrans" cxnId="{2731160A-0044-4AE3-AF51-247C833FFD2C}">
      <dgm:prSet/>
      <dgm:spPr/>
      <dgm:t>
        <a:bodyPr/>
        <a:lstStyle/>
        <a:p>
          <a:endParaRPr lang="en-IN"/>
        </a:p>
      </dgm:t>
    </dgm:pt>
    <dgm:pt modelId="{218CA70E-D625-49CE-8FF7-F57F1D0DC959}">
      <dgm:prSet phldrT="[Text]"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ROSHAN SAWANT</a:t>
          </a:r>
        </a:p>
      </dgm:t>
    </dgm:pt>
    <dgm:pt modelId="{0294F7C4-87EE-4078-BF0C-1C8112DEC62F}" type="parTrans" cxnId="{54D0C51A-A9B1-4B9D-A84B-7323FC96CAB1}">
      <dgm:prSet/>
      <dgm:spPr/>
      <dgm:t>
        <a:bodyPr/>
        <a:lstStyle/>
        <a:p>
          <a:endParaRPr lang="en-IN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9241A62-ADAA-418F-85C7-56D1F92D67EB}" type="sibTrans" cxnId="{54D0C51A-A9B1-4B9D-A84B-7323FC96CAB1}">
      <dgm:prSet/>
      <dgm:spPr/>
      <dgm:t>
        <a:bodyPr/>
        <a:lstStyle/>
        <a:p>
          <a:endParaRPr lang="en-IN"/>
        </a:p>
      </dgm:t>
    </dgm:pt>
    <dgm:pt modelId="{A4C8CE12-ABD9-47F2-9024-360AD05484E4}">
      <dgm:prSet phldrT="[Text]"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ANUSHKA MUDHOLKAR</a:t>
          </a:r>
        </a:p>
      </dgm:t>
    </dgm:pt>
    <dgm:pt modelId="{09DA62AB-FDBF-4FB1-BBD7-107AB0CFF105}" type="parTrans" cxnId="{38152B4A-13FE-4914-82BE-E6823B3CCBB0}">
      <dgm:prSet/>
      <dgm:spPr/>
      <dgm:t>
        <a:bodyPr/>
        <a:lstStyle/>
        <a:p>
          <a:endParaRPr lang="en-IN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53461DA-E14C-4F61-AA3F-D41C747D2988}" type="sibTrans" cxnId="{38152B4A-13FE-4914-82BE-E6823B3CCBB0}">
      <dgm:prSet/>
      <dgm:spPr/>
      <dgm:t>
        <a:bodyPr/>
        <a:lstStyle/>
        <a:p>
          <a:endParaRPr lang="en-IN"/>
        </a:p>
      </dgm:t>
    </dgm:pt>
    <dgm:pt modelId="{BC0DC56C-4D7C-426B-BE7B-0E69B6F6092F}">
      <dgm:prSet phldrT="[Text]"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KANCHAN GHANEKAR</a:t>
          </a:r>
        </a:p>
      </dgm:t>
    </dgm:pt>
    <dgm:pt modelId="{7851561E-3FED-4673-A19F-728EDE2880F9}" type="parTrans" cxnId="{56FC39DF-86A2-40BF-8151-6BB6C7D50CD1}">
      <dgm:prSet/>
      <dgm:spPr/>
      <dgm:t>
        <a:bodyPr/>
        <a:lstStyle/>
        <a:p>
          <a:endParaRPr lang="en-IN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80719FD-3957-4192-8D5B-089CCB239FC0}" type="sibTrans" cxnId="{56FC39DF-86A2-40BF-8151-6BB6C7D50CD1}">
      <dgm:prSet/>
      <dgm:spPr/>
      <dgm:t>
        <a:bodyPr/>
        <a:lstStyle/>
        <a:p>
          <a:endParaRPr lang="en-IN"/>
        </a:p>
      </dgm:t>
    </dgm:pt>
    <dgm:pt modelId="{DCFDEEF5-4D18-4BAD-B4C5-DB02C305CFEC}">
      <dgm:prSet phldrT="[Text]"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PRASHANT MEMANE </a:t>
          </a:r>
        </a:p>
      </dgm:t>
    </dgm:pt>
    <dgm:pt modelId="{CDF57497-B5DD-42D1-ABEE-8A0EE9322E47}" type="parTrans" cxnId="{E99F1041-4047-40AD-97FB-7692292B5811}">
      <dgm:prSet/>
      <dgm:spPr/>
      <dgm:t>
        <a:bodyPr/>
        <a:lstStyle/>
        <a:p>
          <a:endParaRPr lang="en-IN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09ED085-1BD6-4063-8E60-26E7CF017F7C}" type="sibTrans" cxnId="{E99F1041-4047-40AD-97FB-7692292B5811}">
      <dgm:prSet/>
      <dgm:spPr/>
      <dgm:t>
        <a:bodyPr/>
        <a:lstStyle/>
        <a:p>
          <a:endParaRPr lang="en-IN"/>
        </a:p>
      </dgm:t>
    </dgm:pt>
    <dgm:pt modelId="{3EBAD8FC-6C6E-4407-95E7-2601CE2E0C86}">
      <dgm:prSet phldrT="[Text]"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RAJAN YADAV</a:t>
          </a:r>
        </a:p>
      </dgm:t>
    </dgm:pt>
    <dgm:pt modelId="{6506E935-C046-4F91-BE90-F04F37A44899}" type="parTrans" cxnId="{424801E4-8F52-4C76-A8AA-A6A592682FE7}">
      <dgm:prSet/>
      <dgm:spPr/>
      <dgm:t>
        <a:bodyPr/>
        <a:lstStyle/>
        <a:p>
          <a:endParaRPr lang="en-IN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3058C17-B471-49A7-9D1B-A5AC1327C6B1}" type="sibTrans" cxnId="{424801E4-8F52-4C76-A8AA-A6A592682FE7}">
      <dgm:prSet/>
      <dgm:spPr/>
      <dgm:t>
        <a:bodyPr/>
        <a:lstStyle/>
        <a:p>
          <a:endParaRPr lang="en-IN"/>
        </a:p>
      </dgm:t>
    </dgm:pt>
    <dgm:pt modelId="{04A32A31-9697-4CE5-B9CB-98096A224351}">
      <dgm:prSet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AMIN KHAN</a:t>
          </a:r>
        </a:p>
      </dgm:t>
    </dgm:pt>
    <dgm:pt modelId="{9F55E29E-99D1-49B4-A42B-B2011F057AD2}" type="parTrans" cxnId="{C34DF5F2-9677-4AE2-B91A-204A032ADB3B}">
      <dgm:prSet/>
      <dgm:spPr/>
      <dgm:t>
        <a:bodyPr/>
        <a:lstStyle/>
        <a:p>
          <a:endParaRPr lang="en-IN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071ACFA-C8E0-46BC-8443-46CC7F8CC326}" type="sibTrans" cxnId="{C34DF5F2-9677-4AE2-B91A-204A032ADB3B}">
      <dgm:prSet/>
      <dgm:spPr/>
      <dgm:t>
        <a:bodyPr/>
        <a:lstStyle/>
        <a:p>
          <a:endParaRPr lang="en-IN"/>
        </a:p>
      </dgm:t>
    </dgm:pt>
    <dgm:pt modelId="{9E58A0A9-E49D-4970-805F-A7D413D1D040}">
      <dgm:prSet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DIPALI GIRI</a:t>
          </a:r>
          <a:endParaRPr lang="en-US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94AB3EB-7142-4679-980F-62009BA33845}" type="parTrans" cxnId="{B2EA6D84-22BE-4FE5-BB52-BE3E19F5647B}">
      <dgm:prSet/>
      <dgm:spPr/>
      <dgm:t>
        <a:bodyPr/>
        <a:lstStyle/>
        <a:p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D50A8E5-390E-4828-BF65-5A86B60DA327}" type="sibTrans" cxnId="{B2EA6D84-22BE-4FE5-BB52-BE3E19F5647B}">
      <dgm:prSet/>
      <dgm:spPr/>
      <dgm:t>
        <a:bodyPr/>
        <a:lstStyle/>
        <a:p>
          <a:endParaRPr lang="en-US"/>
        </a:p>
      </dgm:t>
    </dgm:pt>
    <dgm:pt modelId="{BC495DFC-805E-49A8-AA6D-1714F093C171}">
      <dgm:prSet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KANCHAN NAIR</a:t>
          </a:r>
          <a:endParaRPr lang="en-US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2F5A1F1-E336-4117-97DE-B3E89FC3C79A}" type="parTrans" cxnId="{D206CE17-6E42-4F41-9D2E-3BF3043C83C0}">
      <dgm:prSet/>
      <dgm:spPr/>
      <dgm:t>
        <a:bodyPr/>
        <a:lstStyle/>
        <a:p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240FDC4-442A-4D0B-9ADC-4ECC633A186A}" type="sibTrans" cxnId="{D206CE17-6E42-4F41-9D2E-3BF3043C83C0}">
      <dgm:prSet/>
      <dgm:spPr/>
      <dgm:t>
        <a:bodyPr/>
        <a:lstStyle/>
        <a:p>
          <a:endParaRPr lang="en-US"/>
        </a:p>
      </dgm:t>
    </dgm:pt>
    <dgm:pt modelId="{55472531-3AC4-452F-9685-D234400D5312}">
      <dgm:prSet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MONICA MHATRE</a:t>
          </a:r>
          <a:endParaRPr lang="en-US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E3C1B95-B64C-442D-9AAC-EA3F627A1418}" type="parTrans" cxnId="{FB865CB7-C7A2-4627-ADBA-338DCF953287}">
      <dgm:prSet/>
      <dgm:spPr/>
      <dgm:t>
        <a:bodyPr/>
        <a:lstStyle/>
        <a:p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08963C5-DD14-4240-B6EB-EDB2FD430866}" type="sibTrans" cxnId="{FB865CB7-C7A2-4627-ADBA-338DCF953287}">
      <dgm:prSet/>
      <dgm:spPr/>
      <dgm:t>
        <a:bodyPr/>
        <a:lstStyle/>
        <a:p>
          <a:endParaRPr lang="en-US"/>
        </a:p>
      </dgm:t>
    </dgm:pt>
    <dgm:pt modelId="{83E7E5C9-C643-4340-93F7-73D1625F2CE6}">
      <dgm:prSet phldrT="[Text]"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VRUSHALI PATIL</a:t>
          </a:r>
          <a:endParaRPr lang="en-IN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69F273D-1C7B-477E-BB54-748894554499}" type="parTrans" cxnId="{846ADB40-B5BE-493E-B217-06B64A22845B}">
      <dgm:prSet/>
      <dgm:spPr/>
      <dgm:t>
        <a:bodyPr/>
        <a:lstStyle/>
        <a:p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D3688FF-6C13-47CA-AA0A-2CECA2A07AF1}" type="sibTrans" cxnId="{846ADB40-B5BE-493E-B217-06B64A22845B}">
      <dgm:prSet/>
      <dgm:spPr/>
      <dgm:t>
        <a:bodyPr/>
        <a:lstStyle/>
        <a:p>
          <a:endParaRPr lang="en-US"/>
        </a:p>
      </dgm:t>
    </dgm:pt>
    <dgm:pt modelId="{E33A8DA4-DB95-49F6-83F0-548372E52300}">
      <dgm:prSet custT="1"/>
      <dgm:spPr/>
      <dgm:t>
        <a:bodyPr/>
        <a:lstStyle/>
        <a:p>
          <a:r>
            <a:rPr lang="en-IN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MADHU</a:t>
          </a:r>
          <a:endParaRPr lang="en-IN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BB62B82-E121-4706-8869-517F97D9D24A}" type="parTrans" cxnId="{9B98D49A-C22F-4020-9812-1D7A1CF7D55D}">
      <dgm:prSet/>
      <dgm:spPr/>
      <dgm:t>
        <a:bodyPr/>
        <a:lstStyle/>
        <a:p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0BD8740-3D05-4F10-A86B-75317EED177C}" type="sibTrans" cxnId="{9B98D49A-C22F-4020-9812-1D7A1CF7D55D}">
      <dgm:prSet/>
      <dgm:spPr/>
      <dgm:t>
        <a:bodyPr/>
        <a:lstStyle/>
        <a:p>
          <a:endParaRPr lang="en-US"/>
        </a:p>
      </dgm:t>
    </dgm:pt>
    <dgm:pt modelId="{45B7CC87-0664-414C-B1F1-A27E02DABFED}">
      <dgm:prSet phldrT="[Text]"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MADHU PRASAD</a:t>
          </a:r>
        </a:p>
      </dgm:t>
    </dgm:pt>
    <dgm:pt modelId="{EA05ECDF-93D8-434D-B405-4C9DBB4E6742}" type="parTrans" cxnId="{A5AA7537-9C95-416A-87FE-CA8E8112F5C5}">
      <dgm:prSet/>
      <dgm:spPr/>
      <dgm:t>
        <a:bodyPr/>
        <a:lstStyle/>
        <a:p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A0E3BBB-948F-4902-975E-4CF375222131}" type="sibTrans" cxnId="{A5AA7537-9C95-416A-87FE-CA8E8112F5C5}">
      <dgm:prSet/>
      <dgm:spPr/>
      <dgm:t>
        <a:bodyPr/>
        <a:lstStyle/>
        <a:p>
          <a:endParaRPr lang="en-US"/>
        </a:p>
      </dgm:t>
    </dgm:pt>
    <dgm:pt modelId="{A5BC33A5-3391-43FF-9723-CFC4BEC4D0A8}">
      <dgm:prSet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ANANYA KAMTEKAR</a:t>
          </a:r>
          <a:endParaRPr lang="en-US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D966B02-717C-48C5-A7C5-0D4EAD03755B}" type="parTrans" cxnId="{51203031-DC19-4379-8668-570EF230FA14}">
      <dgm:prSet/>
      <dgm:spPr/>
      <dgm:t>
        <a:bodyPr/>
        <a:lstStyle/>
        <a:p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663AA0F-47FD-47DF-AE74-14E74CABB393}" type="sibTrans" cxnId="{51203031-DC19-4379-8668-570EF230FA14}">
      <dgm:prSet/>
      <dgm:spPr/>
      <dgm:t>
        <a:bodyPr/>
        <a:lstStyle/>
        <a:p>
          <a:endParaRPr lang="en-US"/>
        </a:p>
      </dgm:t>
    </dgm:pt>
    <dgm:pt modelId="{FDFC7C9B-CC09-4522-9201-B9391914461B}">
      <dgm:prSet custT="1"/>
      <dgm:spPr/>
      <dgm:t>
        <a:bodyPr/>
        <a:lstStyle/>
        <a:p>
          <a:pPr algn="l"/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PRIYANKA KAMATH</a:t>
          </a:r>
          <a:endParaRPr lang="en-US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EFE1973-5DB3-4149-B918-331A69C18300}" type="parTrans" cxnId="{2943C294-DB0E-4622-ABB9-633DC1ABAF10}">
      <dgm:prSet/>
      <dgm:spPr/>
      <dgm:t>
        <a:bodyPr/>
        <a:lstStyle/>
        <a:p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81E4F21-493B-47D1-9F1B-8F464B9FBB7E}" type="sibTrans" cxnId="{2943C294-DB0E-4622-ABB9-633DC1ABAF10}">
      <dgm:prSet/>
      <dgm:spPr/>
      <dgm:t>
        <a:bodyPr/>
        <a:lstStyle/>
        <a:p>
          <a:endParaRPr lang="en-US"/>
        </a:p>
      </dgm:t>
    </dgm:pt>
    <dgm:pt modelId="{A6D3304A-557F-4FC7-9B25-8C46A78B7519}">
      <dgm:prSet custT="1"/>
      <dgm:spPr/>
      <dgm:t>
        <a:bodyPr/>
        <a:lstStyle/>
        <a:p>
          <a:r>
            <a: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KIRAN MAHAJAN</a:t>
          </a:r>
          <a:endParaRPr lang="en-US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9E8987F-9D48-42E7-B2A5-0E458DF497E8}" type="parTrans" cxnId="{696999E9-6C31-47A0-978D-F2DB78DC93D8}">
      <dgm:prSet/>
      <dgm:spPr/>
      <dgm:t>
        <a:bodyPr/>
        <a:lstStyle/>
        <a:p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61302C4-0656-4BB5-9C52-D44A5A350F4F}" type="sibTrans" cxnId="{696999E9-6C31-47A0-978D-F2DB78DC93D8}">
      <dgm:prSet/>
      <dgm:spPr/>
      <dgm:t>
        <a:bodyPr/>
        <a:lstStyle/>
        <a:p>
          <a:endParaRPr lang="en-US"/>
        </a:p>
      </dgm:t>
    </dgm:pt>
    <dgm:pt modelId="{72AF580D-6862-4F13-82DF-896C00F8B81B}" type="pres">
      <dgm:prSet presAssocID="{A96AA1FF-A258-4337-85C8-3809CD9D785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9CD0BA6-52DE-471E-A6E5-22FDBE1B70C1}" type="pres">
      <dgm:prSet presAssocID="{624CF6AB-DAB9-40B9-A41E-E85DD7319B11}" presName="hierRoot1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7683EF38-64CA-45CF-88CB-AB84378108C5}" type="pres">
      <dgm:prSet presAssocID="{624CF6AB-DAB9-40B9-A41E-E85DD7319B11}" presName="rootComposite1" presStyleCnt="0"/>
      <dgm:spPr/>
      <dgm:t>
        <a:bodyPr/>
        <a:lstStyle/>
        <a:p>
          <a:endParaRPr lang="en-US"/>
        </a:p>
      </dgm:t>
    </dgm:pt>
    <dgm:pt modelId="{DAADF624-2980-4B16-AB10-52C4484AF6A9}" type="pres">
      <dgm:prSet presAssocID="{624CF6AB-DAB9-40B9-A41E-E85DD7319B11}" presName="rootText1" presStyleLbl="node0" presStyleIdx="0" presStyleCnt="1" custScaleX="171611" custLinFactNeighborX="-74977" custLinFactNeighborY="-16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8806D0E-0058-4B5F-B4F8-5370A67E3004}" type="pres">
      <dgm:prSet presAssocID="{624CF6AB-DAB9-40B9-A41E-E85DD7319B11}" presName="rootConnector1" presStyleLbl="node1" presStyleIdx="0" presStyleCnt="0"/>
      <dgm:spPr/>
      <dgm:t>
        <a:bodyPr/>
        <a:lstStyle/>
        <a:p>
          <a:endParaRPr lang="en-US"/>
        </a:p>
      </dgm:t>
    </dgm:pt>
    <dgm:pt modelId="{94A59A5E-ADB4-4013-A598-D5152469FD52}" type="pres">
      <dgm:prSet presAssocID="{624CF6AB-DAB9-40B9-A41E-E85DD7319B11}" presName="hierChild2" presStyleCnt="0"/>
      <dgm:spPr/>
      <dgm:t>
        <a:bodyPr/>
        <a:lstStyle/>
        <a:p>
          <a:endParaRPr lang="en-US"/>
        </a:p>
      </dgm:t>
    </dgm:pt>
    <dgm:pt modelId="{0BBBE7D5-902F-40E3-9E70-EBDEF02E2E7E}" type="pres">
      <dgm:prSet presAssocID="{EA047283-5605-4D6C-ABB2-427D6F6CF273}" presName="Name37" presStyleLbl="parChTrans1D2" presStyleIdx="0" presStyleCnt="4"/>
      <dgm:spPr/>
      <dgm:t>
        <a:bodyPr/>
        <a:lstStyle/>
        <a:p>
          <a:endParaRPr lang="en-US"/>
        </a:p>
      </dgm:t>
    </dgm:pt>
    <dgm:pt modelId="{16E5F351-B1FB-4B3B-9BFA-F7740E25DB10}" type="pres">
      <dgm:prSet presAssocID="{8EA1F6BD-ED22-42A5-BC0B-1503737CF009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AEC0CC69-0DF3-4510-9783-339402610FA5}" type="pres">
      <dgm:prSet presAssocID="{8EA1F6BD-ED22-42A5-BC0B-1503737CF009}" presName="rootComposite" presStyleCnt="0"/>
      <dgm:spPr/>
      <dgm:t>
        <a:bodyPr/>
        <a:lstStyle/>
        <a:p>
          <a:endParaRPr lang="en-US"/>
        </a:p>
      </dgm:t>
    </dgm:pt>
    <dgm:pt modelId="{91324D72-E680-4639-B4C5-4F4FB55D84F0}" type="pres">
      <dgm:prSet presAssocID="{8EA1F6BD-ED22-42A5-BC0B-1503737CF009}" presName="rootText" presStyleLbl="node2" presStyleIdx="0" presStyleCnt="4" custScaleX="161052" custLinFactNeighborX="-4419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016CE1C-FE87-4FFC-9A6A-ECF90C9281AA}" type="pres">
      <dgm:prSet presAssocID="{8EA1F6BD-ED22-42A5-BC0B-1503737CF009}" presName="rootConnector" presStyleLbl="node2" presStyleIdx="0" presStyleCnt="4"/>
      <dgm:spPr/>
      <dgm:t>
        <a:bodyPr/>
        <a:lstStyle/>
        <a:p>
          <a:endParaRPr lang="en-US"/>
        </a:p>
      </dgm:t>
    </dgm:pt>
    <dgm:pt modelId="{D7CDCEEF-3D11-43A4-A675-0AD8525ADA24}" type="pres">
      <dgm:prSet presAssocID="{8EA1F6BD-ED22-42A5-BC0B-1503737CF009}" presName="hierChild4" presStyleCnt="0"/>
      <dgm:spPr/>
      <dgm:t>
        <a:bodyPr/>
        <a:lstStyle/>
        <a:p>
          <a:endParaRPr lang="en-US"/>
        </a:p>
      </dgm:t>
    </dgm:pt>
    <dgm:pt modelId="{E069AA4D-FFBA-4062-8387-9E8CF326465E}" type="pres">
      <dgm:prSet presAssocID="{09DA62AB-FDBF-4FB1-BBD7-107AB0CFF105}" presName="Name37" presStyleLbl="parChTrans1D3" presStyleIdx="0" presStyleCnt="8"/>
      <dgm:spPr/>
      <dgm:t>
        <a:bodyPr/>
        <a:lstStyle/>
        <a:p>
          <a:endParaRPr lang="en-US"/>
        </a:p>
      </dgm:t>
    </dgm:pt>
    <dgm:pt modelId="{14DC764A-8445-4C1E-BF47-BE0B0A759132}" type="pres">
      <dgm:prSet presAssocID="{A4C8CE12-ABD9-47F2-9024-360AD05484E4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4ECC9BEC-1D6F-4D0C-8552-B691FEE2FA00}" type="pres">
      <dgm:prSet presAssocID="{A4C8CE12-ABD9-47F2-9024-360AD05484E4}" presName="rootComposite" presStyleCnt="0"/>
      <dgm:spPr/>
      <dgm:t>
        <a:bodyPr/>
        <a:lstStyle/>
        <a:p>
          <a:endParaRPr lang="en-US"/>
        </a:p>
      </dgm:t>
    </dgm:pt>
    <dgm:pt modelId="{4522FD23-4536-4C18-865F-3CE2DDE6B179}" type="pres">
      <dgm:prSet presAssocID="{A4C8CE12-ABD9-47F2-9024-360AD05484E4}" presName="rootText" presStyleLbl="node3" presStyleIdx="0" presStyleCnt="8" custScaleX="146410" custLinFactX="100000" custLinFactNeighborX="113902" custLinFactNeighborY="-619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C50D64B-85AC-49A0-9F47-63A164B00107}" type="pres">
      <dgm:prSet presAssocID="{A4C8CE12-ABD9-47F2-9024-360AD05484E4}" presName="rootConnector" presStyleLbl="node3" presStyleIdx="0" presStyleCnt="8"/>
      <dgm:spPr/>
      <dgm:t>
        <a:bodyPr/>
        <a:lstStyle/>
        <a:p>
          <a:endParaRPr lang="en-US"/>
        </a:p>
      </dgm:t>
    </dgm:pt>
    <dgm:pt modelId="{A7A1F431-2FF1-4C25-85A4-04C7521AD22E}" type="pres">
      <dgm:prSet presAssocID="{A4C8CE12-ABD9-47F2-9024-360AD05484E4}" presName="hierChild4" presStyleCnt="0"/>
      <dgm:spPr/>
      <dgm:t>
        <a:bodyPr/>
        <a:lstStyle/>
        <a:p>
          <a:endParaRPr lang="en-US"/>
        </a:p>
      </dgm:t>
    </dgm:pt>
    <dgm:pt modelId="{612D9E55-8AA2-464C-B32B-0BAB957890BC}" type="pres">
      <dgm:prSet presAssocID="{169F273D-1C7B-477E-BB54-748894554499}" presName="Name37" presStyleLbl="parChTrans1D4" presStyleIdx="0" presStyleCnt="5"/>
      <dgm:spPr/>
      <dgm:t>
        <a:bodyPr/>
        <a:lstStyle/>
        <a:p>
          <a:endParaRPr lang="en-US"/>
        </a:p>
      </dgm:t>
    </dgm:pt>
    <dgm:pt modelId="{69F64EB0-0474-4A55-B7AC-C1EF850AF50E}" type="pres">
      <dgm:prSet presAssocID="{83E7E5C9-C643-4340-93F7-73D1625F2CE6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694D7ABC-B49D-48F9-A775-DC93A0CEF5D3}" type="pres">
      <dgm:prSet presAssocID="{83E7E5C9-C643-4340-93F7-73D1625F2CE6}" presName="rootComposite" presStyleCnt="0"/>
      <dgm:spPr/>
      <dgm:t>
        <a:bodyPr/>
        <a:lstStyle/>
        <a:p>
          <a:endParaRPr lang="en-US"/>
        </a:p>
      </dgm:t>
    </dgm:pt>
    <dgm:pt modelId="{6BDC2A84-0C43-4A99-BF85-B85C2FD56C86}" type="pres">
      <dgm:prSet presAssocID="{83E7E5C9-C643-4340-93F7-73D1625F2CE6}" presName="rootText" presStyleLbl="node4" presStyleIdx="0" presStyleCnt="5" custScaleX="129668" custLinFactX="94991" custLinFactNeighborX="100000" custLinFactNeighborY="-1408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72D5A2-0076-40C4-98EA-EF8196961AAE}" type="pres">
      <dgm:prSet presAssocID="{83E7E5C9-C643-4340-93F7-73D1625F2CE6}" presName="rootConnector" presStyleLbl="node4" presStyleIdx="0" presStyleCnt="5"/>
      <dgm:spPr/>
      <dgm:t>
        <a:bodyPr/>
        <a:lstStyle/>
        <a:p>
          <a:endParaRPr lang="en-US"/>
        </a:p>
      </dgm:t>
    </dgm:pt>
    <dgm:pt modelId="{DA5F0089-563C-4D1B-B5AE-1BA32BDE89D0}" type="pres">
      <dgm:prSet presAssocID="{83E7E5C9-C643-4340-93F7-73D1625F2CE6}" presName="hierChild4" presStyleCnt="0"/>
      <dgm:spPr/>
      <dgm:t>
        <a:bodyPr/>
        <a:lstStyle/>
        <a:p>
          <a:endParaRPr lang="en-US"/>
        </a:p>
      </dgm:t>
    </dgm:pt>
    <dgm:pt modelId="{2D67DC3F-DBCF-4402-87ED-0A006FAA220C}" type="pres">
      <dgm:prSet presAssocID="{83E7E5C9-C643-4340-93F7-73D1625F2CE6}" presName="hierChild5" presStyleCnt="0"/>
      <dgm:spPr/>
      <dgm:t>
        <a:bodyPr/>
        <a:lstStyle/>
        <a:p>
          <a:endParaRPr lang="en-US"/>
        </a:p>
      </dgm:t>
    </dgm:pt>
    <dgm:pt modelId="{5B744967-18E1-4480-8874-F20EFDF3D658}" type="pres">
      <dgm:prSet presAssocID="{A4C8CE12-ABD9-47F2-9024-360AD05484E4}" presName="hierChild5" presStyleCnt="0"/>
      <dgm:spPr/>
      <dgm:t>
        <a:bodyPr/>
        <a:lstStyle/>
        <a:p>
          <a:endParaRPr lang="en-US"/>
        </a:p>
      </dgm:t>
    </dgm:pt>
    <dgm:pt modelId="{22B29D7E-B8E3-4E85-9FBB-98102F71C630}" type="pres">
      <dgm:prSet presAssocID="{7851561E-3FED-4673-A19F-728EDE2880F9}" presName="Name37" presStyleLbl="parChTrans1D3" presStyleIdx="1" presStyleCnt="8"/>
      <dgm:spPr/>
      <dgm:t>
        <a:bodyPr/>
        <a:lstStyle/>
        <a:p>
          <a:endParaRPr lang="en-US"/>
        </a:p>
      </dgm:t>
    </dgm:pt>
    <dgm:pt modelId="{EE26985A-7E26-4B87-B956-54F4A161030C}" type="pres">
      <dgm:prSet presAssocID="{BC0DC56C-4D7C-426B-BE7B-0E69B6F6092F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7B8A51E6-E3A3-4B7E-8C29-6C364E3CB008}" type="pres">
      <dgm:prSet presAssocID="{BC0DC56C-4D7C-426B-BE7B-0E69B6F6092F}" presName="rootComposite" presStyleCnt="0"/>
      <dgm:spPr/>
      <dgm:t>
        <a:bodyPr/>
        <a:lstStyle/>
        <a:p>
          <a:endParaRPr lang="en-US"/>
        </a:p>
      </dgm:t>
    </dgm:pt>
    <dgm:pt modelId="{90147ADB-49BA-4F0C-A212-BEE42E250C5A}" type="pres">
      <dgm:prSet presAssocID="{BC0DC56C-4D7C-426B-BE7B-0E69B6F6092F}" presName="rootText" presStyleLbl="node3" presStyleIdx="1" presStyleCnt="8" custScaleX="194872" custLinFactX="-62372" custLinFactNeighborX="-100000" custLinFactNeighborY="-98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197C91-C1D7-4B7C-A107-CBC200AD7EA1}" type="pres">
      <dgm:prSet presAssocID="{BC0DC56C-4D7C-426B-BE7B-0E69B6F6092F}" presName="rootConnector" presStyleLbl="node3" presStyleIdx="1" presStyleCnt="8"/>
      <dgm:spPr/>
      <dgm:t>
        <a:bodyPr/>
        <a:lstStyle/>
        <a:p>
          <a:endParaRPr lang="en-US"/>
        </a:p>
      </dgm:t>
    </dgm:pt>
    <dgm:pt modelId="{FEE9074F-EA8F-4C1B-8D2D-BE961148E53A}" type="pres">
      <dgm:prSet presAssocID="{BC0DC56C-4D7C-426B-BE7B-0E69B6F6092F}" presName="hierChild4" presStyleCnt="0"/>
      <dgm:spPr/>
      <dgm:t>
        <a:bodyPr/>
        <a:lstStyle/>
        <a:p>
          <a:endParaRPr lang="en-US"/>
        </a:p>
      </dgm:t>
    </dgm:pt>
    <dgm:pt modelId="{1BF9FBDD-AD91-4B42-807C-5B14AF203DAC}" type="pres">
      <dgm:prSet presAssocID="{394AB3EB-7142-4679-980F-62009BA33845}" presName="Name37" presStyleLbl="parChTrans1D4" presStyleIdx="1" presStyleCnt="5"/>
      <dgm:spPr/>
      <dgm:t>
        <a:bodyPr/>
        <a:lstStyle/>
        <a:p>
          <a:endParaRPr lang="en-US"/>
        </a:p>
      </dgm:t>
    </dgm:pt>
    <dgm:pt modelId="{AE223151-F256-4637-ACA4-24D29A3B0BAC}" type="pres">
      <dgm:prSet presAssocID="{9E58A0A9-E49D-4970-805F-A7D413D1D040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EA335B0D-9A6D-40D7-97AE-6E80E40FF376}" type="pres">
      <dgm:prSet presAssocID="{9E58A0A9-E49D-4970-805F-A7D413D1D040}" presName="rootComposite" presStyleCnt="0"/>
      <dgm:spPr/>
      <dgm:t>
        <a:bodyPr/>
        <a:lstStyle/>
        <a:p>
          <a:endParaRPr lang="en-US"/>
        </a:p>
      </dgm:t>
    </dgm:pt>
    <dgm:pt modelId="{CFAB088B-A634-4C04-A4D4-69B010F74345}" type="pres">
      <dgm:prSet presAssocID="{9E58A0A9-E49D-4970-805F-A7D413D1D040}" presName="rootText" presStyleLbl="node4" presStyleIdx="1" presStyleCnt="5" custFlipHor="1" custScaleX="132768" custLinFactX="-53136" custLinFactNeighborX="-100000" custLinFactNeighborY="-306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7473A2-78D6-4472-8E69-0C123E5D4E51}" type="pres">
      <dgm:prSet presAssocID="{9E58A0A9-E49D-4970-805F-A7D413D1D040}" presName="rootConnector" presStyleLbl="node4" presStyleIdx="1" presStyleCnt="5"/>
      <dgm:spPr/>
      <dgm:t>
        <a:bodyPr/>
        <a:lstStyle/>
        <a:p>
          <a:endParaRPr lang="en-US"/>
        </a:p>
      </dgm:t>
    </dgm:pt>
    <dgm:pt modelId="{A1F081E7-D778-418D-A504-C229FE7D5FA9}" type="pres">
      <dgm:prSet presAssocID="{9E58A0A9-E49D-4970-805F-A7D413D1D040}" presName="hierChild4" presStyleCnt="0"/>
      <dgm:spPr/>
      <dgm:t>
        <a:bodyPr/>
        <a:lstStyle/>
        <a:p>
          <a:endParaRPr lang="en-US"/>
        </a:p>
      </dgm:t>
    </dgm:pt>
    <dgm:pt modelId="{9689F6C4-8F90-495F-AA25-3FD310A4E411}" type="pres">
      <dgm:prSet presAssocID="{9E58A0A9-E49D-4970-805F-A7D413D1D040}" presName="hierChild5" presStyleCnt="0"/>
      <dgm:spPr/>
      <dgm:t>
        <a:bodyPr/>
        <a:lstStyle/>
        <a:p>
          <a:endParaRPr lang="en-US"/>
        </a:p>
      </dgm:t>
    </dgm:pt>
    <dgm:pt modelId="{7E3F3A08-E4E8-4DA7-A0DC-9CCA0DEB1D6E}" type="pres">
      <dgm:prSet presAssocID="{82F5A1F1-E336-4117-97DE-B3E89FC3C79A}" presName="Name37" presStyleLbl="parChTrans1D4" presStyleIdx="2" presStyleCnt="5"/>
      <dgm:spPr/>
      <dgm:t>
        <a:bodyPr/>
        <a:lstStyle/>
        <a:p>
          <a:endParaRPr lang="en-US"/>
        </a:p>
      </dgm:t>
    </dgm:pt>
    <dgm:pt modelId="{AF42F038-B292-4DCE-BE40-D34EECD3A0A1}" type="pres">
      <dgm:prSet presAssocID="{BC495DFC-805E-49A8-AA6D-1714F093C171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8FAB6DFE-D828-450F-85EF-F658D9BA0CCD}" type="pres">
      <dgm:prSet presAssocID="{BC495DFC-805E-49A8-AA6D-1714F093C171}" presName="rootComposite" presStyleCnt="0"/>
      <dgm:spPr/>
      <dgm:t>
        <a:bodyPr/>
        <a:lstStyle/>
        <a:p>
          <a:endParaRPr lang="en-US"/>
        </a:p>
      </dgm:t>
    </dgm:pt>
    <dgm:pt modelId="{067C0526-4922-4C8B-B165-339A724F871B}" type="pres">
      <dgm:prSet presAssocID="{BC495DFC-805E-49A8-AA6D-1714F093C171}" presName="rootText" presStyleLbl="node4" presStyleIdx="2" presStyleCnt="5" custScaleX="134496" custLinFactX="-55471" custLinFactNeighborX="-100000" custLinFactNeighborY="-2571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5D5049C-5879-4035-9C55-7C5CC8C970D4}" type="pres">
      <dgm:prSet presAssocID="{BC495DFC-805E-49A8-AA6D-1714F093C171}" presName="rootConnector" presStyleLbl="node4" presStyleIdx="2" presStyleCnt="5"/>
      <dgm:spPr/>
      <dgm:t>
        <a:bodyPr/>
        <a:lstStyle/>
        <a:p>
          <a:endParaRPr lang="en-US"/>
        </a:p>
      </dgm:t>
    </dgm:pt>
    <dgm:pt modelId="{7A413E24-4824-4AB7-A835-C2C35F66397E}" type="pres">
      <dgm:prSet presAssocID="{BC495DFC-805E-49A8-AA6D-1714F093C171}" presName="hierChild4" presStyleCnt="0"/>
      <dgm:spPr/>
      <dgm:t>
        <a:bodyPr/>
        <a:lstStyle/>
        <a:p>
          <a:endParaRPr lang="en-US"/>
        </a:p>
      </dgm:t>
    </dgm:pt>
    <dgm:pt modelId="{02652604-F1E4-44F3-9484-B95AEF38D47D}" type="pres">
      <dgm:prSet presAssocID="{BC495DFC-805E-49A8-AA6D-1714F093C171}" presName="hierChild5" presStyleCnt="0"/>
      <dgm:spPr/>
      <dgm:t>
        <a:bodyPr/>
        <a:lstStyle/>
        <a:p>
          <a:endParaRPr lang="en-US"/>
        </a:p>
      </dgm:t>
    </dgm:pt>
    <dgm:pt modelId="{A601A002-0AAB-43C9-A77E-A430F9846B55}" type="pres">
      <dgm:prSet presAssocID="{3E3C1B95-B64C-442D-9AAC-EA3F627A1418}" presName="Name37" presStyleLbl="parChTrans1D4" presStyleIdx="3" presStyleCnt="5"/>
      <dgm:spPr/>
      <dgm:t>
        <a:bodyPr/>
        <a:lstStyle/>
        <a:p>
          <a:endParaRPr lang="en-US"/>
        </a:p>
      </dgm:t>
    </dgm:pt>
    <dgm:pt modelId="{0B49D309-7552-443E-AAD7-F3F84A9CB6A1}" type="pres">
      <dgm:prSet presAssocID="{55472531-3AC4-452F-9685-D234400D5312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C1357D30-C4B6-4075-8F2B-FDB7B912E9B5}" type="pres">
      <dgm:prSet presAssocID="{55472531-3AC4-452F-9685-D234400D5312}" presName="rootComposite" presStyleCnt="0"/>
      <dgm:spPr/>
      <dgm:t>
        <a:bodyPr/>
        <a:lstStyle/>
        <a:p>
          <a:endParaRPr lang="en-US"/>
        </a:p>
      </dgm:t>
    </dgm:pt>
    <dgm:pt modelId="{AE5075F3-90C3-4C37-87D1-28C61F6C26CE}" type="pres">
      <dgm:prSet presAssocID="{55472531-3AC4-452F-9685-D234400D5312}" presName="rootText" presStyleLbl="node4" presStyleIdx="3" presStyleCnt="5" custScaleX="137998" custLinFactX="-57806" custLinFactNeighborX="-100000" custLinFactNeighborY="-4936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D33F83D-1077-4EFB-9B3A-111C1B87612A}" type="pres">
      <dgm:prSet presAssocID="{55472531-3AC4-452F-9685-D234400D5312}" presName="rootConnector" presStyleLbl="node4" presStyleIdx="3" presStyleCnt="5"/>
      <dgm:spPr/>
      <dgm:t>
        <a:bodyPr/>
        <a:lstStyle/>
        <a:p>
          <a:endParaRPr lang="en-US"/>
        </a:p>
      </dgm:t>
    </dgm:pt>
    <dgm:pt modelId="{3DE8C829-B22C-4A60-BC98-24DC9963F67C}" type="pres">
      <dgm:prSet presAssocID="{55472531-3AC4-452F-9685-D234400D5312}" presName="hierChild4" presStyleCnt="0"/>
      <dgm:spPr/>
      <dgm:t>
        <a:bodyPr/>
        <a:lstStyle/>
        <a:p>
          <a:endParaRPr lang="en-US"/>
        </a:p>
      </dgm:t>
    </dgm:pt>
    <dgm:pt modelId="{80BE9D1B-229B-4DB7-AE45-3CC7CD2D8493}" type="pres">
      <dgm:prSet presAssocID="{55472531-3AC4-452F-9685-D234400D5312}" presName="hierChild5" presStyleCnt="0"/>
      <dgm:spPr/>
      <dgm:t>
        <a:bodyPr/>
        <a:lstStyle/>
        <a:p>
          <a:endParaRPr lang="en-US"/>
        </a:p>
      </dgm:t>
    </dgm:pt>
    <dgm:pt modelId="{7E8D8399-60EC-4291-BF6F-9AACCCFE6BFA}" type="pres">
      <dgm:prSet presAssocID="{0D966B02-717C-48C5-A7C5-0D4EAD03755B}" presName="Name37" presStyleLbl="parChTrans1D4" presStyleIdx="4" presStyleCnt="5"/>
      <dgm:spPr/>
      <dgm:t>
        <a:bodyPr/>
        <a:lstStyle/>
        <a:p>
          <a:endParaRPr lang="en-US"/>
        </a:p>
      </dgm:t>
    </dgm:pt>
    <dgm:pt modelId="{27A8D6DA-9950-4088-A6A8-8B28D9886F7A}" type="pres">
      <dgm:prSet presAssocID="{A5BC33A5-3391-43FF-9723-CFC4BEC4D0A8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A3F9D720-394F-409F-BE0B-E2386E2A98B8}" type="pres">
      <dgm:prSet presAssocID="{A5BC33A5-3391-43FF-9723-CFC4BEC4D0A8}" presName="rootComposite" presStyleCnt="0"/>
      <dgm:spPr/>
      <dgm:t>
        <a:bodyPr/>
        <a:lstStyle/>
        <a:p>
          <a:endParaRPr lang="en-US"/>
        </a:p>
      </dgm:t>
    </dgm:pt>
    <dgm:pt modelId="{C6D338CD-AE2A-475D-87D2-6D3A2FF8C150}" type="pres">
      <dgm:prSet presAssocID="{A5BC33A5-3391-43FF-9723-CFC4BEC4D0A8}" presName="rootText" presStyleLbl="node4" presStyleIdx="4" presStyleCnt="5" custScaleX="142720" custLinFactX="-62400" custLinFactNeighborX="-100000" custLinFactNeighborY="-7129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B99A1B-0507-4992-8E8F-38622BCC2BDC}" type="pres">
      <dgm:prSet presAssocID="{A5BC33A5-3391-43FF-9723-CFC4BEC4D0A8}" presName="rootConnector" presStyleLbl="node4" presStyleIdx="4" presStyleCnt="5"/>
      <dgm:spPr/>
      <dgm:t>
        <a:bodyPr/>
        <a:lstStyle/>
        <a:p>
          <a:endParaRPr lang="en-US"/>
        </a:p>
      </dgm:t>
    </dgm:pt>
    <dgm:pt modelId="{CB8B3503-612D-4B63-ABC0-8EA2D8A09B07}" type="pres">
      <dgm:prSet presAssocID="{A5BC33A5-3391-43FF-9723-CFC4BEC4D0A8}" presName="hierChild4" presStyleCnt="0"/>
      <dgm:spPr/>
      <dgm:t>
        <a:bodyPr/>
        <a:lstStyle/>
        <a:p>
          <a:endParaRPr lang="en-US"/>
        </a:p>
      </dgm:t>
    </dgm:pt>
    <dgm:pt modelId="{38894F5C-DEBC-4DA7-8503-120E44CF6F61}" type="pres">
      <dgm:prSet presAssocID="{A5BC33A5-3391-43FF-9723-CFC4BEC4D0A8}" presName="hierChild5" presStyleCnt="0"/>
      <dgm:spPr/>
      <dgm:t>
        <a:bodyPr/>
        <a:lstStyle/>
        <a:p>
          <a:endParaRPr lang="en-US"/>
        </a:p>
      </dgm:t>
    </dgm:pt>
    <dgm:pt modelId="{2D9055E8-3E34-489C-9285-7FEF398CB8C0}" type="pres">
      <dgm:prSet presAssocID="{BC0DC56C-4D7C-426B-BE7B-0E69B6F6092F}" presName="hierChild5" presStyleCnt="0"/>
      <dgm:spPr/>
      <dgm:t>
        <a:bodyPr/>
        <a:lstStyle/>
        <a:p>
          <a:endParaRPr lang="en-US"/>
        </a:p>
      </dgm:t>
    </dgm:pt>
    <dgm:pt modelId="{1E564ACB-103C-4795-B9A0-D30C4A8EC014}" type="pres">
      <dgm:prSet presAssocID="{8EFE1973-5DB3-4149-B918-331A69C18300}" presName="Name37" presStyleLbl="parChTrans1D3" presStyleIdx="2" presStyleCnt="8"/>
      <dgm:spPr/>
      <dgm:t>
        <a:bodyPr/>
        <a:lstStyle/>
        <a:p>
          <a:endParaRPr lang="en-US"/>
        </a:p>
      </dgm:t>
    </dgm:pt>
    <dgm:pt modelId="{B8F80C98-8B9A-4604-8DF8-F482987CBD56}" type="pres">
      <dgm:prSet presAssocID="{FDFC7C9B-CC09-4522-9201-B9391914461B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71FCBC7F-0EB1-4E40-8EED-5F18A59FA753}" type="pres">
      <dgm:prSet presAssocID="{FDFC7C9B-CC09-4522-9201-B9391914461B}" presName="rootComposite" presStyleCnt="0"/>
      <dgm:spPr/>
      <dgm:t>
        <a:bodyPr/>
        <a:lstStyle/>
        <a:p>
          <a:endParaRPr lang="en-US"/>
        </a:p>
      </dgm:t>
    </dgm:pt>
    <dgm:pt modelId="{12431074-D9A6-4F7F-A353-8356FF4134B4}" type="pres">
      <dgm:prSet presAssocID="{FDFC7C9B-CC09-4522-9201-B9391914461B}" presName="rootText" presStyleLbl="node3" presStyleIdx="2" presStyleCnt="8" custScaleX="153299" custLinFactNeighborX="-7115" custLinFactNeighborY="-81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D0654BD-7690-4D30-9359-CD5503F22F6D}" type="pres">
      <dgm:prSet presAssocID="{FDFC7C9B-CC09-4522-9201-B9391914461B}" presName="rootConnector" presStyleLbl="node3" presStyleIdx="2" presStyleCnt="8"/>
      <dgm:spPr/>
      <dgm:t>
        <a:bodyPr/>
        <a:lstStyle/>
        <a:p>
          <a:endParaRPr lang="en-US"/>
        </a:p>
      </dgm:t>
    </dgm:pt>
    <dgm:pt modelId="{191975B1-732A-496D-A378-ED15D98FB0A5}" type="pres">
      <dgm:prSet presAssocID="{FDFC7C9B-CC09-4522-9201-B9391914461B}" presName="hierChild4" presStyleCnt="0"/>
      <dgm:spPr/>
      <dgm:t>
        <a:bodyPr/>
        <a:lstStyle/>
        <a:p>
          <a:endParaRPr lang="en-US"/>
        </a:p>
      </dgm:t>
    </dgm:pt>
    <dgm:pt modelId="{497A9AFB-273D-4C53-8A18-0E6F4064660F}" type="pres">
      <dgm:prSet presAssocID="{FDFC7C9B-CC09-4522-9201-B9391914461B}" presName="hierChild5" presStyleCnt="0"/>
      <dgm:spPr/>
      <dgm:t>
        <a:bodyPr/>
        <a:lstStyle/>
        <a:p>
          <a:endParaRPr lang="en-US"/>
        </a:p>
      </dgm:t>
    </dgm:pt>
    <dgm:pt modelId="{AA7C1A2E-3895-499B-A3D9-B2B5A5D3FD13}" type="pres">
      <dgm:prSet presAssocID="{8EA1F6BD-ED22-42A5-BC0B-1503737CF009}" presName="hierChild5" presStyleCnt="0"/>
      <dgm:spPr/>
      <dgm:t>
        <a:bodyPr/>
        <a:lstStyle/>
        <a:p>
          <a:endParaRPr lang="en-US"/>
        </a:p>
      </dgm:t>
    </dgm:pt>
    <dgm:pt modelId="{D25BF3A3-EEA2-4B9E-83BD-87E9E68D0810}" type="pres">
      <dgm:prSet presAssocID="{6D9F7110-E453-4CD2-9E8E-27645D92BBEC}" presName="Name37" presStyleLbl="parChTrans1D2" presStyleIdx="1" presStyleCnt="4"/>
      <dgm:spPr/>
      <dgm:t>
        <a:bodyPr/>
        <a:lstStyle/>
        <a:p>
          <a:endParaRPr lang="en-US"/>
        </a:p>
      </dgm:t>
    </dgm:pt>
    <dgm:pt modelId="{F6882E42-5567-42C6-BBE4-A921EAE32AD0}" type="pres">
      <dgm:prSet presAssocID="{F5CC9F7E-39C7-4BEB-BC82-3308DA7D0933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37121FD-EA8A-4E11-A1E2-F5DC7B84EEC6}" type="pres">
      <dgm:prSet presAssocID="{F5CC9F7E-39C7-4BEB-BC82-3308DA7D0933}" presName="rootComposite" presStyleCnt="0"/>
      <dgm:spPr/>
      <dgm:t>
        <a:bodyPr/>
        <a:lstStyle/>
        <a:p>
          <a:endParaRPr lang="en-US"/>
        </a:p>
      </dgm:t>
    </dgm:pt>
    <dgm:pt modelId="{7FF2B4B9-5C30-4D93-BBA6-29DF8B88CBBB}" type="pres">
      <dgm:prSet presAssocID="{F5CC9F7E-39C7-4BEB-BC82-3308DA7D0933}" presName="rootText" presStyleLbl="node2" presStyleIdx="1" presStyleCnt="4" custScaleX="146410" custLinFactNeighborX="-30486" custLinFactNeighborY="-43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3BBB21-5AC8-4ACA-A35B-713815A9C0A0}" type="pres">
      <dgm:prSet presAssocID="{F5CC9F7E-39C7-4BEB-BC82-3308DA7D0933}" presName="rootConnector" presStyleLbl="node2" presStyleIdx="1" presStyleCnt="4"/>
      <dgm:spPr/>
      <dgm:t>
        <a:bodyPr/>
        <a:lstStyle/>
        <a:p>
          <a:endParaRPr lang="en-US"/>
        </a:p>
      </dgm:t>
    </dgm:pt>
    <dgm:pt modelId="{7FE2901E-4114-4CBF-9F94-F224B43B7850}" type="pres">
      <dgm:prSet presAssocID="{F5CC9F7E-39C7-4BEB-BC82-3308DA7D0933}" presName="hierChild4" presStyleCnt="0"/>
      <dgm:spPr/>
      <dgm:t>
        <a:bodyPr/>
        <a:lstStyle/>
        <a:p>
          <a:endParaRPr lang="en-US"/>
        </a:p>
      </dgm:t>
    </dgm:pt>
    <dgm:pt modelId="{4F1E6DA4-B5C4-49F0-AB0B-3ABA45571340}" type="pres">
      <dgm:prSet presAssocID="{F5CC9F7E-39C7-4BEB-BC82-3308DA7D0933}" presName="hierChild5" presStyleCnt="0"/>
      <dgm:spPr/>
      <dgm:t>
        <a:bodyPr/>
        <a:lstStyle/>
        <a:p>
          <a:endParaRPr lang="en-US"/>
        </a:p>
      </dgm:t>
    </dgm:pt>
    <dgm:pt modelId="{57E93A07-A48A-42E2-9A00-22630077B8AF}" type="pres">
      <dgm:prSet presAssocID="{0294F7C4-87EE-4078-BF0C-1C8112DEC62F}" presName="Name37" presStyleLbl="parChTrans1D2" presStyleIdx="2" presStyleCnt="4"/>
      <dgm:spPr/>
      <dgm:t>
        <a:bodyPr/>
        <a:lstStyle/>
        <a:p>
          <a:endParaRPr lang="en-US"/>
        </a:p>
      </dgm:t>
    </dgm:pt>
    <dgm:pt modelId="{5BB3C589-78A7-4734-AF12-446B388F1A69}" type="pres">
      <dgm:prSet presAssocID="{218CA70E-D625-49CE-8FF7-F57F1D0DC959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A161F22-E4A6-4014-AB08-19C5D88A6B34}" type="pres">
      <dgm:prSet presAssocID="{218CA70E-D625-49CE-8FF7-F57F1D0DC959}" presName="rootComposite" presStyleCnt="0"/>
      <dgm:spPr/>
      <dgm:t>
        <a:bodyPr/>
        <a:lstStyle/>
        <a:p>
          <a:endParaRPr lang="en-US"/>
        </a:p>
      </dgm:t>
    </dgm:pt>
    <dgm:pt modelId="{940B7165-F49B-4C73-AEB8-2FCC615F667D}" type="pres">
      <dgm:prSet presAssocID="{218CA70E-D625-49CE-8FF7-F57F1D0DC959}" presName="rootText" presStyleLbl="node2" presStyleIdx="2" presStyleCnt="4" custScaleX="161051" custLinFactNeighborX="-1724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1DAC4EF-F875-4364-96A7-660F8F4DD03B}" type="pres">
      <dgm:prSet presAssocID="{218CA70E-D625-49CE-8FF7-F57F1D0DC959}" presName="rootConnector" presStyleLbl="node2" presStyleIdx="2" presStyleCnt="4"/>
      <dgm:spPr/>
      <dgm:t>
        <a:bodyPr/>
        <a:lstStyle/>
        <a:p>
          <a:endParaRPr lang="en-US"/>
        </a:p>
      </dgm:t>
    </dgm:pt>
    <dgm:pt modelId="{BCCE20BF-D6CD-4499-8C28-E8927F3C6238}" type="pres">
      <dgm:prSet presAssocID="{218CA70E-D625-49CE-8FF7-F57F1D0DC959}" presName="hierChild4" presStyleCnt="0"/>
      <dgm:spPr/>
      <dgm:t>
        <a:bodyPr/>
        <a:lstStyle/>
        <a:p>
          <a:endParaRPr lang="en-US"/>
        </a:p>
      </dgm:t>
    </dgm:pt>
    <dgm:pt modelId="{026CB50B-F4C4-463B-8D1C-2541F7CACBE6}" type="pres">
      <dgm:prSet presAssocID="{6506E935-C046-4F91-BE90-F04F37A44899}" presName="Name37" presStyleLbl="parChTrans1D3" presStyleIdx="3" presStyleCnt="8"/>
      <dgm:spPr/>
      <dgm:t>
        <a:bodyPr/>
        <a:lstStyle/>
        <a:p>
          <a:endParaRPr lang="en-US"/>
        </a:p>
      </dgm:t>
    </dgm:pt>
    <dgm:pt modelId="{DF4A36D1-5735-44BF-AAFF-601BEF5E8866}" type="pres">
      <dgm:prSet presAssocID="{3EBAD8FC-6C6E-4407-95E7-2601CE2E0C86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4A6080C9-0885-46B8-A75E-326E9CA6BA1B}" type="pres">
      <dgm:prSet presAssocID="{3EBAD8FC-6C6E-4407-95E7-2601CE2E0C86}" presName="rootComposite" presStyleCnt="0"/>
      <dgm:spPr/>
      <dgm:t>
        <a:bodyPr/>
        <a:lstStyle/>
        <a:p>
          <a:endParaRPr lang="en-US"/>
        </a:p>
      </dgm:t>
    </dgm:pt>
    <dgm:pt modelId="{76986AE3-EE48-455B-B1D7-E73BE492E34E}" type="pres">
      <dgm:prSet presAssocID="{3EBAD8FC-6C6E-4407-95E7-2601CE2E0C86}" presName="rootText" presStyleLbl="node3" presStyleIdx="3" presStyleCnt="8" custScaleX="12151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26D7A5-1BCD-4279-AA22-64EFBE9B8BE1}" type="pres">
      <dgm:prSet presAssocID="{3EBAD8FC-6C6E-4407-95E7-2601CE2E0C86}" presName="rootConnector" presStyleLbl="node3" presStyleIdx="3" presStyleCnt="8"/>
      <dgm:spPr/>
      <dgm:t>
        <a:bodyPr/>
        <a:lstStyle/>
        <a:p>
          <a:endParaRPr lang="en-US"/>
        </a:p>
      </dgm:t>
    </dgm:pt>
    <dgm:pt modelId="{F02FFAFE-D97B-460A-982A-49CD1B4349C0}" type="pres">
      <dgm:prSet presAssocID="{3EBAD8FC-6C6E-4407-95E7-2601CE2E0C86}" presName="hierChild4" presStyleCnt="0"/>
      <dgm:spPr/>
      <dgm:t>
        <a:bodyPr/>
        <a:lstStyle/>
        <a:p>
          <a:endParaRPr lang="en-US"/>
        </a:p>
      </dgm:t>
    </dgm:pt>
    <dgm:pt modelId="{4847F39B-C655-49CC-B53E-8F4E0161DDDE}" type="pres">
      <dgm:prSet presAssocID="{3EBAD8FC-6C6E-4407-95E7-2601CE2E0C86}" presName="hierChild5" presStyleCnt="0"/>
      <dgm:spPr/>
      <dgm:t>
        <a:bodyPr/>
        <a:lstStyle/>
        <a:p>
          <a:endParaRPr lang="en-US"/>
        </a:p>
      </dgm:t>
    </dgm:pt>
    <dgm:pt modelId="{B59F6859-2AC6-4E34-BBAB-30D1FB932A11}" type="pres">
      <dgm:prSet presAssocID="{EA05ECDF-93D8-434D-B405-4C9DBB4E6742}" presName="Name37" presStyleLbl="parChTrans1D3" presStyleIdx="4" presStyleCnt="8"/>
      <dgm:spPr/>
      <dgm:t>
        <a:bodyPr/>
        <a:lstStyle/>
        <a:p>
          <a:endParaRPr lang="en-US"/>
        </a:p>
      </dgm:t>
    </dgm:pt>
    <dgm:pt modelId="{97916985-99F5-4474-80FF-56E1AA2A3A7F}" type="pres">
      <dgm:prSet presAssocID="{45B7CC87-0664-414C-B1F1-A27E02DABFED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20886F32-46D9-4F1C-B2B2-30EF309E2CA4}" type="pres">
      <dgm:prSet presAssocID="{45B7CC87-0664-414C-B1F1-A27E02DABFED}" presName="rootComposite" presStyleCnt="0"/>
      <dgm:spPr/>
      <dgm:t>
        <a:bodyPr/>
        <a:lstStyle/>
        <a:p>
          <a:endParaRPr lang="en-US"/>
        </a:p>
      </dgm:t>
    </dgm:pt>
    <dgm:pt modelId="{873AED58-D9B7-4C2D-92D7-242F9038524E}" type="pres">
      <dgm:prSet presAssocID="{45B7CC87-0664-414C-B1F1-A27E02DABFED}" presName="rootText" presStyleLbl="node3" presStyleIdx="4" presStyleCnt="8" custScaleX="1237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EB9554-2C09-4EA8-83EA-245084F05DEC}" type="pres">
      <dgm:prSet presAssocID="{45B7CC87-0664-414C-B1F1-A27E02DABFED}" presName="rootConnector" presStyleLbl="node3" presStyleIdx="4" presStyleCnt="8"/>
      <dgm:spPr/>
      <dgm:t>
        <a:bodyPr/>
        <a:lstStyle/>
        <a:p>
          <a:endParaRPr lang="en-US"/>
        </a:p>
      </dgm:t>
    </dgm:pt>
    <dgm:pt modelId="{229B205A-D280-493A-99E9-4E965A1DBEB0}" type="pres">
      <dgm:prSet presAssocID="{45B7CC87-0664-414C-B1F1-A27E02DABFED}" presName="hierChild4" presStyleCnt="0"/>
      <dgm:spPr/>
      <dgm:t>
        <a:bodyPr/>
        <a:lstStyle/>
        <a:p>
          <a:endParaRPr lang="en-US"/>
        </a:p>
      </dgm:t>
    </dgm:pt>
    <dgm:pt modelId="{2F477347-405F-4BAF-990D-257AC787AAEA}" type="pres">
      <dgm:prSet presAssocID="{45B7CC87-0664-414C-B1F1-A27E02DABFED}" presName="hierChild5" presStyleCnt="0"/>
      <dgm:spPr/>
      <dgm:t>
        <a:bodyPr/>
        <a:lstStyle/>
        <a:p>
          <a:endParaRPr lang="en-US"/>
        </a:p>
      </dgm:t>
    </dgm:pt>
    <dgm:pt modelId="{7EA376A2-05B4-49B4-9A82-4950777E85C8}" type="pres">
      <dgm:prSet presAssocID="{19E8987F-9D48-42E7-B2A5-0E458DF497E8}" presName="Name37" presStyleLbl="parChTrans1D3" presStyleIdx="5" presStyleCnt="8"/>
      <dgm:spPr/>
      <dgm:t>
        <a:bodyPr/>
        <a:lstStyle/>
        <a:p>
          <a:endParaRPr lang="en-US"/>
        </a:p>
      </dgm:t>
    </dgm:pt>
    <dgm:pt modelId="{24F5EE12-A0CD-4987-BB84-25F84BA7D395}" type="pres">
      <dgm:prSet presAssocID="{A6D3304A-557F-4FC7-9B25-8C46A78B7519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F4D04BDA-7B11-4FAD-82EB-165B88C0080A}" type="pres">
      <dgm:prSet presAssocID="{A6D3304A-557F-4FC7-9B25-8C46A78B7519}" presName="rootComposite" presStyleCnt="0"/>
      <dgm:spPr/>
      <dgm:t>
        <a:bodyPr/>
        <a:lstStyle/>
        <a:p>
          <a:endParaRPr lang="en-US"/>
        </a:p>
      </dgm:t>
    </dgm:pt>
    <dgm:pt modelId="{B469CB0C-C455-45F0-A722-FB9A3FB0FF84}" type="pres">
      <dgm:prSet presAssocID="{A6D3304A-557F-4FC7-9B25-8C46A78B7519}" presName="rootText" presStyleLbl="node3" presStyleIdx="5" presStyleCnt="8" custScaleX="11719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D7D911-9796-417F-BB9B-B51DB97B902D}" type="pres">
      <dgm:prSet presAssocID="{A6D3304A-557F-4FC7-9B25-8C46A78B7519}" presName="rootConnector" presStyleLbl="node3" presStyleIdx="5" presStyleCnt="8"/>
      <dgm:spPr/>
      <dgm:t>
        <a:bodyPr/>
        <a:lstStyle/>
        <a:p>
          <a:endParaRPr lang="en-US"/>
        </a:p>
      </dgm:t>
    </dgm:pt>
    <dgm:pt modelId="{BA7CB45C-FF07-4835-8969-5F9342C5F51D}" type="pres">
      <dgm:prSet presAssocID="{A6D3304A-557F-4FC7-9B25-8C46A78B7519}" presName="hierChild4" presStyleCnt="0"/>
      <dgm:spPr/>
      <dgm:t>
        <a:bodyPr/>
        <a:lstStyle/>
        <a:p>
          <a:endParaRPr lang="en-US"/>
        </a:p>
      </dgm:t>
    </dgm:pt>
    <dgm:pt modelId="{AE4CC995-0AA0-45D2-91F4-9D3E7E91F212}" type="pres">
      <dgm:prSet presAssocID="{A6D3304A-557F-4FC7-9B25-8C46A78B7519}" presName="hierChild5" presStyleCnt="0"/>
      <dgm:spPr/>
      <dgm:t>
        <a:bodyPr/>
        <a:lstStyle/>
        <a:p>
          <a:endParaRPr lang="en-US"/>
        </a:p>
      </dgm:t>
    </dgm:pt>
    <dgm:pt modelId="{BC546CD6-9177-4DCD-9DC8-61A980346E8C}" type="pres">
      <dgm:prSet presAssocID="{218CA70E-D625-49CE-8FF7-F57F1D0DC959}" presName="hierChild5" presStyleCnt="0"/>
      <dgm:spPr/>
      <dgm:t>
        <a:bodyPr/>
        <a:lstStyle/>
        <a:p>
          <a:endParaRPr lang="en-US"/>
        </a:p>
      </dgm:t>
    </dgm:pt>
    <dgm:pt modelId="{60F15E0D-1BA9-4EB6-B140-8903CBE114C7}" type="pres">
      <dgm:prSet presAssocID="{CDF57497-B5DD-42D1-ABEE-8A0EE9322E47}" presName="Name37" presStyleLbl="parChTrans1D2" presStyleIdx="3" presStyleCnt="4"/>
      <dgm:spPr/>
      <dgm:t>
        <a:bodyPr/>
        <a:lstStyle/>
        <a:p>
          <a:endParaRPr lang="en-US"/>
        </a:p>
      </dgm:t>
    </dgm:pt>
    <dgm:pt modelId="{79C80B29-3F4C-41FE-BD0A-B10E3B7B362F}" type="pres">
      <dgm:prSet presAssocID="{DCFDEEF5-4D18-4BAD-B4C5-DB02C305CFEC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B06DCBC6-BC3A-41C7-8CBA-A7455025BF52}" type="pres">
      <dgm:prSet presAssocID="{DCFDEEF5-4D18-4BAD-B4C5-DB02C305CFEC}" presName="rootComposite" presStyleCnt="0"/>
      <dgm:spPr/>
      <dgm:t>
        <a:bodyPr/>
        <a:lstStyle/>
        <a:p>
          <a:endParaRPr lang="en-US"/>
        </a:p>
      </dgm:t>
    </dgm:pt>
    <dgm:pt modelId="{C6C69097-43E8-4BBC-B708-5EFB676F841C}" type="pres">
      <dgm:prSet presAssocID="{DCFDEEF5-4D18-4BAD-B4C5-DB02C305CFEC}" presName="rootText" presStyleLbl="node2" presStyleIdx="3" presStyleCnt="4" custScaleX="1610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EC8A6B5-9DA3-42D4-A816-80115A9CD4B4}" type="pres">
      <dgm:prSet presAssocID="{DCFDEEF5-4D18-4BAD-B4C5-DB02C305CFEC}" presName="rootConnector" presStyleLbl="node2" presStyleIdx="3" presStyleCnt="4"/>
      <dgm:spPr/>
      <dgm:t>
        <a:bodyPr/>
        <a:lstStyle/>
        <a:p>
          <a:endParaRPr lang="en-US"/>
        </a:p>
      </dgm:t>
    </dgm:pt>
    <dgm:pt modelId="{DE4273EB-E905-43F2-AAC0-2662F4AEC45E}" type="pres">
      <dgm:prSet presAssocID="{DCFDEEF5-4D18-4BAD-B4C5-DB02C305CFEC}" presName="hierChild4" presStyleCnt="0"/>
      <dgm:spPr/>
      <dgm:t>
        <a:bodyPr/>
        <a:lstStyle/>
        <a:p>
          <a:endParaRPr lang="en-US"/>
        </a:p>
      </dgm:t>
    </dgm:pt>
    <dgm:pt modelId="{859A71F3-5465-4165-B948-340263259634}" type="pres">
      <dgm:prSet presAssocID="{9F55E29E-99D1-49B4-A42B-B2011F057AD2}" presName="Name37" presStyleLbl="parChTrans1D3" presStyleIdx="6" presStyleCnt="8"/>
      <dgm:spPr/>
      <dgm:t>
        <a:bodyPr/>
        <a:lstStyle/>
        <a:p>
          <a:endParaRPr lang="en-US"/>
        </a:p>
      </dgm:t>
    </dgm:pt>
    <dgm:pt modelId="{7F68E031-EA43-41E7-87B9-E7FBDC67BFF5}" type="pres">
      <dgm:prSet presAssocID="{04A32A31-9697-4CE5-B9CB-98096A224351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AC394334-4073-44EB-A1E4-A4658B314AFD}" type="pres">
      <dgm:prSet presAssocID="{04A32A31-9697-4CE5-B9CB-98096A224351}" presName="rootComposite" presStyleCnt="0"/>
      <dgm:spPr/>
      <dgm:t>
        <a:bodyPr/>
        <a:lstStyle/>
        <a:p>
          <a:endParaRPr lang="en-US"/>
        </a:p>
      </dgm:t>
    </dgm:pt>
    <dgm:pt modelId="{67A0BCE0-33EB-4C2C-8769-A3FC48DDAA37}" type="pres">
      <dgm:prSet presAssocID="{04A32A31-9697-4CE5-B9CB-98096A224351}" presName="rootText" presStyleLbl="node3" presStyleIdx="6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F874F9-DE78-42A4-AC98-CB745ECA2385}" type="pres">
      <dgm:prSet presAssocID="{04A32A31-9697-4CE5-B9CB-98096A224351}" presName="rootConnector" presStyleLbl="node3" presStyleIdx="6" presStyleCnt="8"/>
      <dgm:spPr/>
      <dgm:t>
        <a:bodyPr/>
        <a:lstStyle/>
        <a:p>
          <a:endParaRPr lang="en-US"/>
        </a:p>
      </dgm:t>
    </dgm:pt>
    <dgm:pt modelId="{7F712680-245F-4462-81DA-E6B3560423C1}" type="pres">
      <dgm:prSet presAssocID="{04A32A31-9697-4CE5-B9CB-98096A224351}" presName="hierChild4" presStyleCnt="0"/>
      <dgm:spPr/>
      <dgm:t>
        <a:bodyPr/>
        <a:lstStyle/>
        <a:p>
          <a:endParaRPr lang="en-US"/>
        </a:p>
      </dgm:t>
    </dgm:pt>
    <dgm:pt modelId="{E6F4D01E-3CF6-426A-80A8-6151B18D120B}" type="pres">
      <dgm:prSet presAssocID="{04A32A31-9697-4CE5-B9CB-98096A224351}" presName="hierChild5" presStyleCnt="0"/>
      <dgm:spPr/>
      <dgm:t>
        <a:bodyPr/>
        <a:lstStyle/>
        <a:p>
          <a:endParaRPr lang="en-US"/>
        </a:p>
      </dgm:t>
    </dgm:pt>
    <dgm:pt modelId="{DC9F42FE-2C8B-4F83-868C-019DD8D8D1E8}" type="pres">
      <dgm:prSet presAssocID="{EBB62B82-E121-4706-8869-517F97D9D24A}" presName="Name37" presStyleLbl="parChTrans1D3" presStyleIdx="7" presStyleCnt="8"/>
      <dgm:spPr/>
      <dgm:t>
        <a:bodyPr/>
        <a:lstStyle/>
        <a:p>
          <a:endParaRPr lang="en-US"/>
        </a:p>
      </dgm:t>
    </dgm:pt>
    <dgm:pt modelId="{B8BB5BFC-AE3B-42F2-9C9A-9C948F48E1A4}" type="pres">
      <dgm:prSet presAssocID="{E33A8DA4-DB95-49F6-83F0-548372E52300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6591BB6F-B319-40AC-A3B0-ED1658A1854D}" type="pres">
      <dgm:prSet presAssocID="{E33A8DA4-DB95-49F6-83F0-548372E52300}" presName="rootComposite" presStyleCnt="0"/>
      <dgm:spPr/>
      <dgm:t>
        <a:bodyPr/>
        <a:lstStyle/>
        <a:p>
          <a:endParaRPr lang="en-US"/>
        </a:p>
      </dgm:t>
    </dgm:pt>
    <dgm:pt modelId="{B6C5A08C-3E88-44F7-9021-92FF590D056D}" type="pres">
      <dgm:prSet presAssocID="{E33A8DA4-DB95-49F6-83F0-548372E52300}" presName="rootText" presStyleLbl="node3" presStyleIdx="7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5266B1D-2B22-49E7-A854-ADC08D3FC9A5}" type="pres">
      <dgm:prSet presAssocID="{E33A8DA4-DB95-49F6-83F0-548372E52300}" presName="rootConnector" presStyleLbl="node3" presStyleIdx="7" presStyleCnt="8"/>
      <dgm:spPr/>
      <dgm:t>
        <a:bodyPr/>
        <a:lstStyle/>
        <a:p>
          <a:endParaRPr lang="en-US"/>
        </a:p>
      </dgm:t>
    </dgm:pt>
    <dgm:pt modelId="{5D8EB7D6-0F88-447A-AD02-4E4F7C7E0267}" type="pres">
      <dgm:prSet presAssocID="{E33A8DA4-DB95-49F6-83F0-548372E52300}" presName="hierChild4" presStyleCnt="0"/>
      <dgm:spPr/>
      <dgm:t>
        <a:bodyPr/>
        <a:lstStyle/>
        <a:p>
          <a:endParaRPr lang="en-US"/>
        </a:p>
      </dgm:t>
    </dgm:pt>
    <dgm:pt modelId="{1B6ADE13-ABAE-400F-A8B4-B6B4C0C5BC38}" type="pres">
      <dgm:prSet presAssocID="{E33A8DA4-DB95-49F6-83F0-548372E52300}" presName="hierChild5" presStyleCnt="0"/>
      <dgm:spPr/>
      <dgm:t>
        <a:bodyPr/>
        <a:lstStyle/>
        <a:p>
          <a:endParaRPr lang="en-US"/>
        </a:p>
      </dgm:t>
    </dgm:pt>
    <dgm:pt modelId="{433200E9-8058-4CA6-8F54-DC408C1933E1}" type="pres">
      <dgm:prSet presAssocID="{DCFDEEF5-4D18-4BAD-B4C5-DB02C305CFEC}" presName="hierChild5" presStyleCnt="0"/>
      <dgm:spPr/>
      <dgm:t>
        <a:bodyPr/>
        <a:lstStyle/>
        <a:p>
          <a:endParaRPr lang="en-US"/>
        </a:p>
      </dgm:t>
    </dgm:pt>
    <dgm:pt modelId="{F0015DA1-D564-40DA-B70F-6A2F99E4053C}" type="pres">
      <dgm:prSet presAssocID="{624CF6AB-DAB9-40B9-A41E-E85DD7319B11}" presName="hierChild3" presStyleCnt="0"/>
      <dgm:spPr/>
      <dgm:t>
        <a:bodyPr/>
        <a:lstStyle/>
        <a:p>
          <a:endParaRPr lang="en-US"/>
        </a:p>
      </dgm:t>
    </dgm:pt>
  </dgm:ptLst>
  <dgm:cxnLst>
    <dgm:cxn modelId="{44291B24-D6C3-42EE-96D1-AEEAC6EC6C18}" type="presOf" srcId="{DCFDEEF5-4D18-4BAD-B4C5-DB02C305CFEC}" destId="{C6C69097-43E8-4BBC-B708-5EFB676F841C}" srcOrd="0" destOrd="0" presId="urn:microsoft.com/office/officeart/2005/8/layout/orgChart1"/>
    <dgm:cxn modelId="{608F2FE5-74C7-4518-BAC7-DDAA6959CF89}" type="presOf" srcId="{83E7E5C9-C643-4340-93F7-73D1625F2CE6}" destId="{6BDC2A84-0C43-4A99-BF85-B85C2FD56C86}" srcOrd="0" destOrd="0" presId="urn:microsoft.com/office/officeart/2005/8/layout/orgChart1"/>
    <dgm:cxn modelId="{07BC216B-5B7A-48D4-BAC5-3679EB4615B0}" type="presOf" srcId="{6506E935-C046-4F91-BE90-F04F37A44899}" destId="{026CB50B-F4C4-463B-8D1C-2541F7CACBE6}" srcOrd="0" destOrd="0" presId="urn:microsoft.com/office/officeart/2005/8/layout/orgChart1"/>
    <dgm:cxn modelId="{35A66EBD-7809-4492-BA86-15CD28C588DB}" type="presOf" srcId="{A96AA1FF-A258-4337-85C8-3809CD9D785C}" destId="{72AF580D-6862-4F13-82DF-896C00F8B81B}" srcOrd="0" destOrd="0" presId="urn:microsoft.com/office/officeart/2005/8/layout/orgChart1"/>
    <dgm:cxn modelId="{2731160A-0044-4AE3-AF51-247C833FFD2C}" srcId="{624CF6AB-DAB9-40B9-A41E-E85DD7319B11}" destId="{F5CC9F7E-39C7-4BEB-BC82-3308DA7D0933}" srcOrd="1" destOrd="0" parTransId="{6D9F7110-E453-4CD2-9E8E-27645D92BBEC}" sibTransId="{98AE1BC3-86E1-484F-A9E1-455BF6EABB82}"/>
    <dgm:cxn modelId="{38152B4A-13FE-4914-82BE-E6823B3CCBB0}" srcId="{8EA1F6BD-ED22-42A5-BC0B-1503737CF009}" destId="{A4C8CE12-ABD9-47F2-9024-360AD05484E4}" srcOrd="0" destOrd="0" parTransId="{09DA62AB-FDBF-4FB1-BBD7-107AB0CFF105}" sibTransId="{853461DA-E14C-4F61-AA3F-D41C747D2988}"/>
    <dgm:cxn modelId="{CDFA480F-B89E-48D8-8F42-A67876D87311}" type="presOf" srcId="{EA047283-5605-4D6C-ABB2-427D6F6CF273}" destId="{0BBBE7D5-902F-40E3-9E70-EBDEF02E2E7E}" srcOrd="0" destOrd="0" presId="urn:microsoft.com/office/officeart/2005/8/layout/orgChart1"/>
    <dgm:cxn modelId="{3CB50722-66AF-4020-B1D3-20C02432217C}" type="presOf" srcId="{19E8987F-9D48-42E7-B2A5-0E458DF497E8}" destId="{7EA376A2-05B4-49B4-9A82-4950777E85C8}" srcOrd="0" destOrd="0" presId="urn:microsoft.com/office/officeart/2005/8/layout/orgChart1"/>
    <dgm:cxn modelId="{E99F1041-4047-40AD-97FB-7692292B5811}" srcId="{624CF6AB-DAB9-40B9-A41E-E85DD7319B11}" destId="{DCFDEEF5-4D18-4BAD-B4C5-DB02C305CFEC}" srcOrd="3" destOrd="0" parTransId="{CDF57497-B5DD-42D1-ABEE-8A0EE9322E47}" sibTransId="{409ED085-1BD6-4063-8E60-26E7CF017F7C}"/>
    <dgm:cxn modelId="{834B56A9-D7E3-4260-BD48-CAD687621ED2}" type="presOf" srcId="{E33A8DA4-DB95-49F6-83F0-548372E52300}" destId="{05266B1D-2B22-49E7-A854-ADC08D3FC9A5}" srcOrd="1" destOrd="0" presId="urn:microsoft.com/office/officeart/2005/8/layout/orgChart1"/>
    <dgm:cxn modelId="{51203031-DC19-4379-8668-570EF230FA14}" srcId="{BC0DC56C-4D7C-426B-BE7B-0E69B6F6092F}" destId="{A5BC33A5-3391-43FF-9723-CFC4BEC4D0A8}" srcOrd="3" destOrd="0" parTransId="{0D966B02-717C-48C5-A7C5-0D4EAD03755B}" sibTransId="{1663AA0F-47FD-47DF-AE74-14E74CABB393}"/>
    <dgm:cxn modelId="{B2EA6D84-22BE-4FE5-BB52-BE3E19F5647B}" srcId="{BC0DC56C-4D7C-426B-BE7B-0E69B6F6092F}" destId="{9E58A0A9-E49D-4970-805F-A7D413D1D040}" srcOrd="0" destOrd="0" parTransId="{394AB3EB-7142-4679-980F-62009BA33845}" sibTransId="{8D50A8E5-390E-4828-BF65-5A86B60DA327}"/>
    <dgm:cxn modelId="{54D0C51A-A9B1-4B9D-A84B-7323FC96CAB1}" srcId="{624CF6AB-DAB9-40B9-A41E-E85DD7319B11}" destId="{218CA70E-D625-49CE-8FF7-F57F1D0DC959}" srcOrd="2" destOrd="0" parTransId="{0294F7C4-87EE-4078-BF0C-1C8112DEC62F}" sibTransId="{39241A62-ADAA-418F-85C7-56D1F92D67EB}"/>
    <dgm:cxn modelId="{D206CE17-6E42-4F41-9D2E-3BF3043C83C0}" srcId="{BC0DC56C-4D7C-426B-BE7B-0E69B6F6092F}" destId="{BC495DFC-805E-49A8-AA6D-1714F093C171}" srcOrd="1" destOrd="0" parTransId="{82F5A1F1-E336-4117-97DE-B3E89FC3C79A}" sibTransId="{1240FDC4-442A-4D0B-9ADC-4ECC633A186A}"/>
    <dgm:cxn modelId="{C5918D99-2D95-47AF-AFD2-D4EA2227F9D8}" type="presOf" srcId="{6D9F7110-E453-4CD2-9E8E-27645D92BBEC}" destId="{D25BF3A3-EEA2-4B9E-83BD-87E9E68D0810}" srcOrd="0" destOrd="0" presId="urn:microsoft.com/office/officeart/2005/8/layout/orgChart1"/>
    <dgm:cxn modelId="{311B4083-8DE3-405B-B998-34CD1D5E805F}" type="presOf" srcId="{55472531-3AC4-452F-9685-D234400D5312}" destId="{AE5075F3-90C3-4C37-87D1-28C61F6C26CE}" srcOrd="0" destOrd="0" presId="urn:microsoft.com/office/officeart/2005/8/layout/orgChart1"/>
    <dgm:cxn modelId="{B2F5EDAA-7E75-47C4-BC07-E50C30660601}" srcId="{624CF6AB-DAB9-40B9-A41E-E85DD7319B11}" destId="{8EA1F6BD-ED22-42A5-BC0B-1503737CF009}" srcOrd="0" destOrd="0" parTransId="{EA047283-5605-4D6C-ABB2-427D6F6CF273}" sibTransId="{3C88D88A-194C-4CFD-B6E3-1E6DC4906333}"/>
    <dgm:cxn modelId="{D7995B0D-4438-4961-893F-4B5FBFF41CA2}" type="presOf" srcId="{624CF6AB-DAB9-40B9-A41E-E85DD7319B11}" destId="{DAADF624-2980-4B16-AB10-52C4484AF6A9}" srcOrd="0" destOrd="0" presId="urn:microsoft.com/office/officeart/2005/8/layout/orgChart1"/>
    <dgm:cxn modelId="{846ADB40-B5BE-493E-B217-06B64A22845B}" srcId="{A4C8CE12-ABD9-47F2-9024-360AD05484E4}" destId="{83E7E5C9-C643-4340-93F7-73D1625F2CE6}" srcOrd="0" destOrd="0" parTransId="{169F273D-1C7B-477E-BB54-748894554499}" sibTransId="{AD3688FF-6C13-47CA-AA0A-2CECA2A07AF1}"/>
    <dgm:cxn modelId="{69ABF927-8691-4B1C-B1FC-B73B6752132D}" type="presOf" srcId="{DCFDEEF5-4D18-4BAD-B4C5-DB02C305CFEC}" destId="{7EC8A6B5-9DA3-42D4-A816-80115A9CD4B4}" srcOrd="1" destOrd="0" presId="urn:microsoft.com/office/officeart/2005/8/layout/orgChart1"/>
    <dgm:cxn modelId="{3B53903E-4A65-4EB2-AA2B-D5104910604C}" type="presOf" srcId="{55472531-3AC4-452F-9685-D234400D5312}" destId="{7D33F83D-1077-4EFB-9B3A-111C1B87612A}" srcOrd="1" destOrd="0" presId="urn:microsoft.com/office/officeart/2005/8/layout/orgChart1"/>
    <dgm:cxn modelId="{2943C294-DB0E-4622-ABB9-633DC1ABAF10}" srcId="{8EA1F6BD-ED22-42A5-BC0B-1503737CF009}" destId="{FDFC7C9B-CC09-4522-9201-B9391914461B}" srcOrd="2" destOrd="0" parTransId="{8EFE1973-5DB3-4149-B918-331A69C18300}" sibTransId="{E81E4F21-493B-47D1-9F1B-8F464B9FBB7E}"/>
    <dgm:cxn modelId="{C34DF5F2-9677-4AE2-B91A-204A032ADB3B}" srcId="{DCFDEEF5-4D18-4BAD-B4C5-DB02C305CFEC}" destId="{04A32A31-9697-4CE5-B9CB-98096A224351}" srcOrd="0" destOrd="0" parTransId="{9F55E29E-99D1-49B4-A42B-B2011F057AD2}" sibTransId="{8071ACFA-C8E0-46BC-8443-46CC7F8CC326}"/>
    <dgm:cxn modelId="{5DDE6588-BFCF-4491-8EA9-F20049EFE343}" type="presOf" srcId="{7851561E-3FED-4673-A19F-728EDE2880F9}" destId="{22B29D7E-B8E3-4E85-9FBB-98102F71C630}" srcOrd="0" destOrd="0" presId="urn:microsoft.com/office/officeart/2005/8/layout/orgChart1"/>
    <dgm:cxn modelId="{ECE91941-E892-4689-A25E-89E504D3BB43}" type="presOf" srcId="{E33A8DA4-DB95-49F6-83F0-548372E52300}" destId="{B6C5A08C-3E88-44F7-9021-92FF590D056D}" srcOrd="0" destOrd="0" presId="urn:microsoft.com/office/officeart/2005/8/layout/orgChart1"/>
    <dgm:cxn modelId="{48E053D0-63C8-4D22-A8CD-F493ED97CD68}" type="presOf" srcId="{04A32A31-9697-4CE5-B9CB-98096A224351}" destId="{8AF874F9-DE78-42A4-AC98-CB745ECA2385}" srcOrd="1" destOrd="0" presId="urn:microsoft.com/office/officeart/2005/8/layout/orgChart1"/>
    <dgm:cxn modelId="{8F90204A-961C-4FAA-9A65-101CE2598133}" type="presOf" srcId="{A6D3304A-557F-4FC7-9B25-8C46A78B7519}" destId="{3DD7D911-9796-417F-BB9B-B51DB97B902D}" srcOrd="1" destOrd="0" presId="urn:microsoft.com/office/officeart/2005/8/layout/orgChart1"/>
    <dgm:cxn modelId="{710D362E-3150-470E-A5BD-95DCDF4E50BD}" type="presOf" srcId="{82F5A1F1-E336-4117-97DE-B3E89FC3C79A}" destId="{7E3F3A08-E4E8-4DA7-A0DC-9CCA0DEB1D6E}" srcOrd="0" destOrd="0" presId="urn:microsoft.com/office/officeart/2005/8/layout/orgChart1"/>
    <dgm:cxn modelId="{6C8ACCC2-65F6-4593-BB67-6B88532EA859}" type="presOf" srcId="{F5CC9F7E-39C7-4BEB-BC82-3308DA7D0933}" destId="{7FF2B4B9-5C30-4D93-BBA6-29DF8B88CBBB}" srcOrd="0" destOrd="0" presId="urn:microsoft.com/office/officeart/2005/8/layout/orgChart1"/>
    <dgm:cxn modelId="{15CC2C49-F8F3-4463-A38D-3723C8226CED}" type="presOf" srcId="{624CF6AB-DAB9-40B9-A41E-E85DD7319B11}" destId="{88806D0E-0058-4B5F-B4F8-5370A67E3004}" srcOrd="1" destOrd="0" presId="urn:microsoft.com/office/officeart/2005/8/layout/orgChart1"/>
    <dgm:cxn modelId="{DBE059D1-FDB9-47A1-B20D-C0F8E9F55DBE}" srcId="{A96AA1FF-A258-4337-85C8-3809CD9D785C}" destId="{624CF6AB-DAB9-40B9-A41E-E85DD7319B11}" srcOrd="0" destOrd="0" parTransId="{7BDE30C1-7BEC-4FCB-B937-8FFB40F347D7}" sibTransId="{614B1F6F-81BB-4FE9-B92A-E27ABBDE238E}"/>
    <dgm:cxn modelId="{9B98D49A-C22F-4020-9812-1D7A1CF7D55D}" srcId="{DCFDEEF5-4D18-4BAD-B4C5-DB02C305CFEC}" destId="{E33A8DA4-DB95-49F6-83F0-548372E52300}" srcOrd="1" destOrd="0" parTransId="{EBB62B82-E121-4706-8869-517F97D9D24A}" sibTransId="{40BD8740-3D05-4F10-A86B-75317EED177C}"/>
    <dgm:cxn modelId="{EE376ED0-B8C4-4E1C-9549-2B0084135CFA}" type="presOf" srcId="{BC0DC56C-4D7C-426B-BE7B-0E69B6F6092F}" destId="{A5197C91-C1D7-4B7C-A107-CBC200AD7EA1}" srcOrd="1" destOrd="0" presId="urn:microsoft.com/office/officeart/2005/8/layout/orgChart1"/>
    <dgm:cxn modelId="{E20843D2-624C-4B30-81BC-6BD90A4516F3}" type="presOf" srcId="{A4C8CE12-ABD9-47F2-9024-360AD05484E4}" destId="{4522FD23-4536-4C18-865F-3CE2DDE6B179}" srcOrd="0" destOrd="0" presId="urn:microsoft.com/office/officeart/2005/8/layout/orgChart1"/>
    <dgm:cxn modelId="{38B6D602-BC64-498A-B7FD-E108947F8594}" type="presOf" srcId="{0D966B02-717C-48C5-A7C5-0D4EAD03755B}" destId="{7E8D8399-60EC-4291-BF6F-9AACCCFE6BFA}" srcOrd="0" destOrd="0" presId="urn:microsoft.com/office/officeart/2005/8/layout/orgChart1"/>
    <dgm:cxn modelId="{31420592-4903-462B-BED8-8D3181206153}" type="presOf" srcId="{8EA1F6BD-ED22-42A5-BC0B-1503737CF009}" destId="{91324D72-E680-4639-B4C5-4F4FB55D84F0}" srcOrd="0" destOrd="0" presId="urn:microsoft.com/office/officeart/2005/8/layout/orgChart1"/>
    <dgm:cxn modelId="{455CB7A6-F6FB-4AC3-8207-A5766C667DAB}" type="presOf" srcId="{9E58A0A9-E49D-4970-805F-A7D413D1D040}" destId="{977473A2-78D6-4472-8E69-0C123E5D4E51}" srcOrd="1" destOrd="0" presId="urn:microsoft.com/office/officeart/2005/8/layout/orgChart1"/>
    <dgm:cxn modelId="{A5AA7537-9C95-416A-87FE-CA8E8112F5C5}" srcId="{218CA70E-D625-49CE-8FF7-F57F1D0DC959}" destId="{45B7CC87-0664-414C-B1F1-A27E02DABFED}" srcOrd="1" destOrd="0" parTransId="{EA05ECDF-93D8-434D-B405-4C9DBB4E6742}" sibTransId="{5A0E3BBB-948F-4902-975E-4CF375222131}"/>
    <dgm:cxn modelId="{FB865CB7-C7A2-4627-ADBA-338DCF953287}" srcId="{BC0DC56C-4D7C-426B-BE7B-0E69B6F6092F}" destId="{55472531-3AC4-452F-9685-D234400D5312}" srcOrd="2" destOrd="0" parTransId="{3E3C1B95-B64C-442D-9AAC-EA3F627A1418}" sibTransId="{108963C5-DD14-4240-B6EB-EDB2FD430866}"/>
    <dgm:cxn modelId="{BD1E3140-89AC-4F32-83B7-0BDF713C107E}" type="presOf" srcId="{FDFC7C9B-CC09-4522-9201-B9391914461B}" destId="{12431074-D9A6-4F7F-A353-8356FF4134B4}" srcOrd="0" destOrd="0" presId="urn:microsoft.com/office/officeart/2005/8/layout/orgChart1"/>
    <dgm:cxn modelId="{DA683A69-5C23-4335-8A64-A79AB2AD1747}" type="presOf" srcId="{BC495DFC-805E-49A8-AA6D-1714F093C171}" destId="{55D5049C-5879-4035-9C55-7C5CC8C970D4}" srcOrd="1" destOrd="0" presId="urn:microsoft.com/office/officeart/2005/8/layout/orgChart1"/>
    <dgm:cxn modelId="{1BD00959-A752-474C-8294-1990221DD77E}" type="presOf" srcId="{169F273D-1C7B-477E-BB54-748894554499}" destId="{612D9E55-8AA2-464C-B32B-0BAB957890BC}" srcOrd="0" destOrd="0" presId="urn:microsoft.com/office/officeart/2005/8/layout/orgChart1"/>
    <dgm:cxn modelId="{DC892CBD-BAA0-41E7-A8E4-30C6F1DF06B1}" type="presOf" srcId="{EA05ECDF-93D8-434D-B405-4C9DBB4E6742}" destId="{B59F6859-2AC6-4E34-BBAB-30D1FB932A11}" srcOrd="0" destOrd="0" presId="urn:microsoft.com/office/officeart/2005/8/layout/orgChart1"/>
    <dgm:cxn modelId="{C64E6639-B75A-4ED2-ABB0-AC2C86DEB517}" type="presOf" srcId="{0294F7C4-87EE-4078-BF0C-1C8112DEC62F}" destId="{57E93A07-A48A-42E2-9A00-22630077B8AF}" srcOrd="0" destOrd="0" presId="urn:microsoft.com/office/officeart/2005/8/layout/orgChart1"/>
    <dgm:cxn modelId="{B0320CA2-9CD9-4A3E-B84E-0818880E46EB}" type="presOf" srcId="{83E7E5C9-C643-4340-93F7-73D1625F2CE6}" destId="{1972D5A2-0076-40C4-98EA-EF8196961AAE}" srcOrd="1" destOrd="0" presId="urn:microsoft.com/office/officeart/2005/8/layout/orgChart1"/>
    <dgm:cxn modelId="{57E310EC-5E65-400A-9063-1083627370CF}" type="presOf" srcId="{8EFE1973-5DB3-4149-B918-331A69C18300}" destId="{1E564ACB-103C-4795-B9A0-D30C4A8EC014}" srcOrd="0" destOrd="0" presId="urn:microsoft.com/office/officeart/2005/8/layout/orgChart1"/>
    <dgm:cxn modelId="{EA03EFA8-44CB-4773-876F-CE07D30387F5}" type="presOf" srcId="{BC0DC56C-4D7C-426B-BE7B-0E69B6F6092F}" destId="{90147ADB-49BA-4F0C-A212-BEE42E250C5A}" srcOrd="0" destOrd="0" presId="urn:microsoft.com/office/officeart/2005/8/layout/orgChart1"/>
    <dgm:cxn modelId="{696999E9-6C31-47A0-978D-F2DB78DC93D8}" srcId="{218CA70E-D625-49CE-8FF7-F57F1D0DC959}" destId="{A6D3304A-557F-4FC7-9B25-8C46A78B7519}" srcOrd="2" destOrd="0" parTransId="{19E8987F-9D48-42E7-B2A5-0E458DF497E8}" sibTransId="{361302C4-0656-4BB5-9C52-D44A5A350F4F}"/>
    <dgm:cxn modelId="{56FC39DF-86A2-40BF-8151-6BB6C7D50CD1}" srcId="{8EA1F6BD-ED22-42A5-BC0B-1503737CF009}" destId="{BC0DC56C-4D7C-426B-BE7B-0E69B6F6092F}" srcOrd="1" destOrd="0" parTransId="{7851561E-3FED-4673-A19F-728EDE2880F9}" sibTransId="{680719FD-3957-4192-8D5B-089CCB239FC0}"/>
    <dgm:cxn modelId="{CDC0CF8B-D2B6-43F5-AA16-99F1034DCA40}" type="presOf" srcId="{3EBAD8FC-6C6E-4407-95E7-2601CE2E0C86}" destId="{9026D7A5-1BCD-4279-AA22-64EFBE9B8BE1}" srcOrd="1" destOrd="0" presId="urn:microsoft.com/office/officeart/2005/8/layout/orgChart1"/>
    <dgm:cxn modelId="{9ADB1A39-CB2A-49A5-AEF4-08A02BCB3E2D}" type="presOf" srcId="{FDFC7C9B-CC09-4522-9201-B9391914461B}" destId="{0D0654BD-7690-4D30-9359-CD5503F22F6D}" srcOrd="1" destOrd="0" presId="urn:microsoft.com/office/officeart/2005/8/layout/orgChart1"/>
    <dgm:cxn modelId="{ACF7DCF2-CC75-4D15-8265-1278198F77DC}" type="presOf" srcId="{9E58A0A9-E49D-4970-805F-A7D413D1D040}" destId="{CFAB088B-A634-4C04-A4D4-69B010F74345}" srcOrd="0" destOrd="0" presId="urn:microsoft.com/office/officeart/2005/8/layout/orgChart1"/>
    <dgm:cxn modelId="{44DD7E5E-F2B3-48CB-A884-8755B5FFA2E7}" type="presOf" srcId="{3EBAD8FC-6C6E-4407-95E7-2601CE2E0C86}" destId="{76986AE3-EE48-455B-B1D7-E73BE492E34E}" srcOrd="0" destOrd="0" presId="urn:microsoft.com/office/officeart/2005/8/layout/orgChart1"/>
    <dgm:cxn modelId="{424801E4-8F52-4C76-A8AA-A6A592682FE7}" srcId="{218CA70E-D625-49CE-8FF7-F57F1D0DC959}" destId="{3EBAD8FC-6C6E-4407-95E7-2601CE2E0C86}" srcOrd="0" destOrd="0" parTransId="{6506E935-C046-4F91-BE90-F04F37A44899}" sibTransId="{83058C17-B471-49A7-9D1B-A5AC1327C6B1}"/>
    <dgm:cxn modelId="{D3B4EA44-8EC8-4747-B1D4-EE73F93E46C2}" type="presOf" srcId="{218CA70E-D625-49CE-8FF7-F57F1D0DC959}" destId="{940B7165-F49B-4C73-AEB8-2FCC615F667D}" srcOrd="0" destOrd="0" presId="urn:microsoft.com/office/officeart/2005/8/layout/orgChart1"/>
    <dgm:cxn modelId="{F52ABBB8-ACDB-4666-80AE-0046395244EE}" type="presOf" srcId="{218CA70E-D625-49CE-8FF7-F57F1D0DC959}" destId="{31DAC4EF-F875-4364-96A7-660F8F4DD03B}" srcOrd="1" destOrd="0" presId="urn:microsoft.com/office/officeart/2005/8/layout/orgChart1"/>
    <dgm:cxn modelId="{C26F0428-5577-48F1-B96A-19D45F8B2FF9}" type="presOf" srcId="{CDF57497-B5DD-42D1-ABEE-8A0EE9322E47}" destId="{60F15E0D-1BA9-4EB6-B140-8903CBE114C7}" srcOrd="0" destOrd="0" presId="urn:microsoft.com/office/officeart/2005/8/layout/orgChart1"/>
    <dgm:cxn modelId="{F5952C62-0984-446E-9817-8B1E9135E2EA}" type="presOf" srcId="{9F55E29E-99D1-49B4-A42B-B2011F057AD2}" destId="{859A71F3-5465-4165-B948-340263259634}" srcOrd="0" destOrd="0" presId="urn:microsoft.com/office/officeart/2005/8/layout/orgChart1"/>
    <dgm:cxn modelId="{CB51A737-664F-4DA0-94D9-BDFA23E9EA6F}" type="presOf" srcId="{BC495DFC-805E-49A8-AA6D-1714F093C171}" destId="{067C0526-4922-4C8B-B165-339A724F871B}" srcOrd="0" destOrd="0" presId="urn:microsoft.com/office/officeart/2005/8/layout/orgChart1"/>
    <dgm:cxn modelId="{58D73135-F52C-400A-B1F6-4183C4AA1A38}" type="presOf" srcId="{EBB62B82-E121-4706-8869-517F97D9D24A}" destId="{DC9F42FE-2C8B-4F83-868C-019DD8D8D1E8}" srcOrd="0" destOrd="0" presId="urn:microsoft.com/office/officeart/2005/8/layout/orgChart1"/>
    <dgm:cxn modelId="{EE52DCBB-9A45-41CE-8F11-50C9CC5CBE47}" type="presOf" srcId="{A5BC33A5-3391-43FF-9723-CFC4BEC4D0A8}" destId="{97B99A1B-0507-4992-8E8F-38622BCC2BDC}" srcOrd="1" destOrd="0" presId="urn:microsoft.com/office/officeart/2005/8/layout/orgChart1"/>
    <dgm:cxn modelId="{F99E687F-1399-47FA-AECF-60FB388719C4}" type="presOf" srcId="{A6D3304A-557F-4FC7-9B25-8C46A78B7519}" destId="{B469CB0C-C455-45F0-A722-FB9A3FB0FF84}" srcOrd="0" destOrd="0" presId="urn:microsoft.com/office/officeart/2005/8/layout/orgChart1"/>
    <dgm:cxn modelId="{61F506D1-EE40-4DCA-9604-6539F132D4A4}" type="presOf" srcId="{3E3C1B95-B64C-442D-9AAC-EA3F627A1418}" destId="{A601A002-0AAB-43C9-A77E-A430F9846B55}" srcOrd="0" destOrd="0" presId="urn:microsoft.com/office/officeart/2005/8/layout/orgChart1"/>
    <dgm:cxn modelId="{F157EB05-4BC8-4069-8DBB-95FE37D04177}" type="presOf" srcId="{45B7CC87-0664-414C-B1F1-A27E02DABFED}" destId="{873AED58-D9B7-4C2D-92D7-242F9038524E}" srcOrd="0" destOrd="0" presId="urn:microsoft.com/office/officeart/2005/8/layout/orgChart1"/>
    <dgm:cxn modelId="{91E30C8D-C633-4A76-BA9C-791DCBA94687}" type="presOf" srcId="{04A32A31-9697-4CE5-B9CB-98096A224351}" destId="{67A0BCE0-33EB-4C2C-8769-A3FC48DDAA37}" srcOrd="0" destOrd="0" presId="urn:microsoft.com/office/officeart/2005/8/layout/orgChart1"/>
    <dgm:cxn modelId="{EAD48468-D3ED-4836-BA12-2CB26960EA37}" type="presOf" srcId="{45B7CC87-0664-414C-B1F1-A27E02DABFED}" destId="{E8EB9554-2C09-4EA8-83EA-245084F05DEC}" srcOrd="1" destOrd="0" presId="urn:microsoft.com/office/officeart/2005/8/layout/orgChart1"/>
    <dgm:cxn modelId="{62967667-C3E6-4DA7-8C54-C69715574F98}" type="presOf" srcId="{09DA62AB-FDBF-4FB1-BBD7-107AB0CFF105}" destId="{E069AA4D-FFBA-4062-8387-9E8CF326465E}" srcOrd="0" destOrd="0" presId="urn:microsoft.com/office/officeart/2005/8/layout/orgChart1"/>
    <dgm:cxn modelId="{2B95D5EB-F753-49D2-AAF4-DCDDDF223A0F}" type="presOf" srcId="{A4C8CE12-ABD9-47F2-9024-360AD05484E4}" destId="{9C50D64B-85AC-49A0-9F47-63A164B00107}" srcOrd="1" destOrd="0" presId="urn:microsoft.com/office/officeart/2005/8/layout/orgChart1"/>
    <dgm:cxn modelId="{61289571-A2BB-41BE-B8D6-4D686A1D5867}" type="presOf" srcId="{F5CC9F7E-39C7-4BEB-BC82-3308DA7D0933}" destId="{083BBB21-5AC8-4ACA-A35B-713815A9C0A0}" srcOrd="1" destOrd="0" presId="urn:microsoft.com/office/officeart/2005/8/layout/orgChart1"/>
    <dgm:cxn modelId="{2A4B0EB1-7C31-4F9A-9F5B-3ECEA22A2C31}" type="presOf" srcId="{394AB3EB-7142-4679-980F-62009BA33845}" destId="{1BF9FBDD-AD91-4B42-807C-5B14AF203DAC}" srcOrd="0" destOrd="0" presId="urn:microsoft.com/office/officeart/2005/8/layout/orgChart1"/>
    <dgm:cxn modelId="{A0538157-22CD-4238-B354-B0DD2A266795}" type="presOf" srcId="{8EA1F6BD-ED22-42A5-BC0B-1503737CF009}" destId="{B016CE1C-FE87-4FFC-9A6A-ECF90C9281AA}" srcOrd="1" destOrd="0" presId="urn:microsoft.com/office/officeart/2005/8/layout/orgChart1"/>
    <dgm:cxn modelId="{0BCFCAE4-41E7-462E-8138-E43054CDE5B1}" type="presOf" srcId="{A5BC33A5-3391-43FF-9723-CFC4BEC4D0A8}" destId="{C6D338CD-AE2A-475D-87D2-6D3A2FF8C150}" srcOrd="0" destOrd="0" presId="urn:microsoft.com/office/officeart/2005/8/layout/orgChart1"/>
    <dgm:cxn modelId="{D2E34CC1-C29E-4C2A-B6FB-9F7EEDD66046}" type="presParOf" srcId="{72AF580D-6862-4F13-82DF-896C00F8B81B}" destId="{B9CD0BA6-52DE-471E-A6E5-22FDBE1B70C1}" srcOrd="0" destOrd="0" presId="urn:microsoft.com/office/officeart/2005/8/layout/orgChart1"/>
    <dgm:cxn modelId="{7C91B137-316D-4780-9FE4-3BE4A3B8A0BF}" type="presParOf" srcId="{B9CD0BA6-52DE-471E-A6E5-22FDBE1B70C1}" destId="{7683EF38-64CA-45CF-88CB-AB84378108C5}" srcOrd="0" destOrd="0" presId="urn:microsoft.com/office/officeart/2005/8/layout/orgChart1"/>
    <dgm:cxn modelId="{0FEEF2E2-E250-4237-A8C0-E348FB0E47B5}" type="presParOf" srcId="{7683EF38-64CA-45CF-88CB-AB84378108C5}" destId="{DAADF624-2980-4B16-AB10-52C4484AF6A9}" srcOrd="0" destOrd="0" presId="urn:microsoft.com/office/officeart/2005/8/layout/orgChart1"/>
    <dgm:cxn modelId="{B37713C4-CB53-4D2A-BD1A-8C32CF34FF8C}" type="presParOf" srcId="{7683EF38-64CA-45CF-88CB-AB84378108C5}" destId="{88806D0E-0058-4B5F-B4F8-5370A67E3004}" srcOrd="1" destOrd="0" presId="urn:microsoft.com/office/officeart/2005/8/layout/orgChart1"/>
    <dgm:cxn modelId="{5C33BDB4-C158-4027-8A02-C99F9D246405}" type="presParOf" srcId="{B9CD0BA6-52DE-471E-A6E5-22FDBE1B70C1}" destId="{94A59A5E-ADB4-4013-A598-D5152469FD52}" srcOrd="1" destOrd="0" presId="urn:microsoft.com/office/officeart/2005/8/layout/orgChart1"/>
    <dgm:cxn modelId="{D0A3B77C-292D-4CFF-BC1B-0248FC36C9A8}" type="presParOf" srcId="{94A59A5E-ADB4-4013-A598-D5152469FD52}" destId="{0BBBE7D5-902F-40E3-9E70-EBDEF02E2E7E}" srcOrd="0" destOrd="0" presId="urn:microsoft.com/office/officeart/2005/8/layout/orgChart1"/>
    <dgm:cxn modelId="{182E89F1-D001-4A60-A468-44EB977F739D}" type="presParOf" srcId="{94A59A5E-ADB4-4013-A598-D5152469FD52}" destId="{16E5F351-B1FB-4B3B-9BFA-F7740E25DB10}" srcOrd="1" destOrd="0" presId="urn:microsoft.com/office/officeart/2005/8/layout/orgChart1"/>
    <dgm:cxn modelId="{F26330FE-F363-4834-BCCB-23B3DE6DC480}" type="presParOf" srcId="{16E5F351-B1FB-4B3B-9BFA-F7740E25DB10}" destId="{AEC0CC69-0DF3-4510-9783-339402610FA5}" srcOrd="0" destOrd="0" presId="urn:microsoft.com/office/officeart/2005/8/layout/orgChart1"/>
    <dgm:cxn modelId="{9C30212C-5607-4A57-B13D-511370E90175}" type="presParOf" srcId="{AEC0CC69-0DF3-4510-9783-339402610FA5}" destId="{91324D72-E680-4639-B4C5-4F4FB55D84F0}" srcOrd="0" destOrd="0" presId="urn:microsoft.com/office/officeart/2005/8/layout/orgChart1"/>
    <dgm:cxn modelId="{E03AF691-BABE-42D5-8A15-B5839475B44F}" type="presParOf" srcId="{AEC0CC69-0DF3-4510-9783-339402610FA5}" destId="{B016CE1C-FE87-4FFC-9A6A-ECF90C9281AA}" srcOrd="1" destOrd="0" presId="urn:microsoft.com/office/officeart/2005/8/layout/orgChart1"/>
    <dgm:cxn modelId="{E0C0F44D-5825-4C67-A880-CC22668EB342}" type="presParOf" srcId="{16E5F351-B1FB-4B3B-9BFA-F7740E25DB10}" destId="{D7CDCEEF-3D11-43A4-A675-0AD8525ADA24}" srcOrd="1" destOrd="0" presId="urn:microsoft.com/office/officeart/2005/8/layout/orgChart1"/>
    <dgm:cxn modelId="{3CE0602B-DE09-48AD-B67E-D638BA68272F}" type="presParOf" srcId="{D7CDCEEF-3D11-43A4-A675-0AD8525ADA24}" destId="{E069AA4D-FFBA-4062-8387-9E8CF326465E}" srcOrd="0" destOrd="0" presId="urn:microsoft.com/office/officeart/2005/8/layout/orgChart1"/>
    <dgm:cxn modelId="{A8F1C259-946D-4830-A2FF-0C82F7ACB8F4}" type="presParOf" srcId="{D7CDCEEF-3D11-43A4-A675-0AD8525ADA24}" destId="{14DC764A-8445-4C1E-BF47-BE0B0A759132}" srcOrd="1" destOrd="0" presId="urn:microsoft.com/office/officeart/2005/8/layout/orgChart1"/>
    <dgm:cxn modelId="{378BFB58-9FC1-4E45-82B9-DBE00F2DBDFC}" type="presParOf" srcId="{14DC764A-8445-4C1E-BF47-BE0B0A759132}" destId="{4ECC9BEC-1D6F-4D0C-8552-B691FEE2FA00}" srcOrd="0" destOrd="0" presId="urn:microsoft.com/office/officeart/2005/8/layout/orgChart1"/>
    <dgm:cxn modelId="{FEB2C27F-F819-48DE-8986-8EF326EC996A}" type="presParOf" srcId="{4ECC9BEC-1D6F-4D0C-8552-B691FEE2FA00}" destId="{4522FD23-4536-4C18-865F-3CE2DDE6B179}" srcOrd="0" destOrd="0" presId="urn:microsoft.com/office/officeart/2005/8/layout/orgChart1"/>
    <dgm:cxn modelId="{3F29581B-2A3D-4F3E-B242-169219AAE8AC}" type="presParOf" srcId="{4ECC9BEC-1D6F-4D0C-8552-B691FEE2FA00}" destId="{9C50D64B-85AC-49A0-9F47-63A164B00107}" srcOrd="1" destOrd="0" presId="urn:microsoft.com/office/officeart/2005/8/layout/orgChart1"/>
    <dgm:cxn modelId="{22D4D383-BD28-4B5C-AC42-777E842A21DE}" type="presParOf" srcId="{14DC764A-8445-4C1E-BF47-BE0B0A759132}" destId="{A7A1F431-2FF1-4C25-85A4-04C7521AD22E}" srcOrd="1" destOrd="0" presId="urn:microsoft.com/office/officeart/2005/8/layout/orgChart1"/>
    <dgm:cxn modelId="{5E53DA7E-3226-48C2-956D-DA1C36DEAE3C}" type="presParOf" srcId="{A7A1F431-2FF1-4C25-85A4-04C7521AD22E}" destId="{612D9E55-8AA2-464C-B32B-0BAB957890BC}" srcOrd="0" destOrd="0" presId="urn:microsoft.com/office/officeart/2005/8/layout/orgChart1"/>
    <dgm:cxn modelId="{B3F539E3-B413-4BD1-A431-88DBD259BD99}" type="presParOf" srcId="{A7A1F431-2FF1-4C25-85A4-04C7521AD22E}" destId="{69F64EB0-0474-4A55-B7AC-C1EF850AF50E}" srcOrd="1" destOrd="0" presId="urn:microsoft.com/office/officeart/2005/8/layout/orgChart1"/>
    <dgm:cxn modelId="{0C48138E-C724-40E8-869F-D22061410322}" type="presParOf" srcId="{69F64EB0-0474-4A55-B7AC-C1EF850AF50E}" destId="{694D7ABC-B49D-48F9-A775-DC93A0CEF5D3}" srcOrd="0" destOrd="0" presId="urn:microsoft.com/office/officeart/2005/8/layout/orgChart1"/>
    <dgm:cxn modelId="{840AFB48-194F-4B65-A385-B835E58B60C9}" type="presParOf" srcId="{694D7ABC-B49D-48F9-A775-DC93A0CEF5D3}" destId="{6BDC2A84-0C43-4A99-BF85-B85C2FD56C86}" srcOrd="0" destOrd="0" presId="urn:microsoft.com/office/officeart/2005/8/layout/orgChart1"/>
    <dgm:cxn modelId="{8566F58A-9B01-41C4-A147-7FBFFF6F3636}" type="presParOf" srcId="{694D7ABC-B49D-48F9-A775-DC93A0CEF5D3}" destId="{1972D5A2-0076-40C4-98EA-EF8196961AAE}" srcOrd="1" destOrd="0" presId="urn:microsoft.com/office/officeart/2005/8/layout/orgChart1"/>
    <dgm:cxn modelId="{BEA4D328-095B-47A0-90E5-FA76380B1055}" type="presParOf" srcId="{69F64EB0-0474-4A55-B7AC-C1EF850AF50E}" destId="{DA5F0089-563C-4D1B-B5AE-1BA32BDE89D0}" srcOrd="1" destOrd="0" presId="urn:microsoft.com/office/officeart/2005/8/layout/orgChart1"/>
    <dgm:cxn modelId="{6508CA80-1D31-4145-851A-7121FEF5E38D}" type="presParOf" srcId="{69F64EB0-0474-4A55-B7AC-C1EF850AF50E}" destId="{2D67DC3F-DBCF-4402-87ED-0A006FAA220C}" srcOrd="2" destOrd="0" presId="urn:microsoft.com/office/officeart/2005/8/layout/orgChart1"/>
    <dgm:cxn modelId="{70F17C4A-269F-4940-B0FC-81B779C65986}" type="presParOf" srcId="{14DC764A-8445-4C1E-BF47-BE0B0A759132}" destId="{5B744967-18E1-4480-8874-F20EFDF3D658}" srcOrd="2" destOrd="0" presId="urn:microsoft.com/office/officeart/2005/8/layout/orgChart1"/>
    <dgm:cxn modelId="{6AE70240-E6DE-4F92-AE64-317936CEB2F3}" type="presParOf" srcId="{D7CDCEEF-3D11-43A4-A675-0AD8525ADA24}" destId="{22B29D7E-B8E3-4E85-9FBB-98102F71C630}" srcOrd="2" destOrd="0" presId="urn:microsoft.com/office/officeart/2005/8/layout/orgChart1"/>
    <dgm:cxn modelId="{7B0B3881-386D-49AD-A084-A1695D5CE9BF}" type="presParOf" srcId="{D7CDCEEF-3D11-43A4-A675-0AD8525ADA24}" destId="{EE26985A-7E26-4B87-B956-54F4A161030C}" srcOrd="3" destOrd="0" presId="urn:microsoft.com/office/officeart/2005/8/layout/orgChart1"/>
    <dgm:cxn modelId="{D3954FE6-3A24-42CF-B9AA-84EE81E5D914}" type="presParOf" srcId="{EE26985A-7E26-4B87-B956-54F4A161030C}" destId="{7B8A51E6-E3A3-4B7E-8C29-6C364E3CB008}" srcOrd="0" destOrd="0" presId="urn:microsoft.com/office/officeart/2005/8/layout/orgChart1"/>
    <dgm:cxn modelId="{F5C28D4E-6BF4-4FA9-867A-5D9350792D57}" type="presParOf" srcId="{7B8A51E6-E3A3-4B7E-8C29-6C364E3CB008}" destId="{90147ADB-49BA-4F0C-A212-BEE42E250C5A}" srcOrd="0" destOrd="0" presId="urn:microsoft.com/office/officeart/2005/8/layout/orgChart1"/>
    <dgm:cxn modelId="{BA6E79EC-BC58-45A7-A721-1B70E9904F5E}" type="presParOf" srcId="{7B8A51E6-E3A3-4B7E-8C29-6C364E3CB008}" destId="{A5197C91-C1D7-4B7C-A107-CBC200AD7EA1}" srcOrd="1" destOrd="0" presId="urn:microsoft.com/office/officeart/2005/8/layout/orgChart1"/>
    <dgm:cxn modelId="{DB412A52-5083-4114-A308-07F4D52C6AD3}" type="presParOf" srcId="{EE26985A-7E26-4B87-B956-54F4A161030C}" destId="{FEE9074F-EA8F-4C1B-8D2D-BE961148E53A}" srcOrd="1" destOrd="0" presId="urn:microsoft.com/office/officeart/2005/8/layout/orgChart1"/>
    <dgm:cxn modelId="{341FE8F4-825B-4857-AEEE-627118F2B581}" type="presParOf" srcId="{FEE9074F-EA8F-4C1B-8D2D-BE961148E53A}" destId="{1BF9FBDD-AD91-4B42-807C-5B14AF203DAC}" srcOrd="0" destOrd="0" presId="urn:microsoft.com/office/officeart/2005/8/layout/orgChart1"/>
    <dgm:cxn modelId="{DCF2B80A-B0A2-4982-BFD0-3E423CFC15EF}" type="presParOf" srcId="{FEE9074F-EA8F-4C1B-8D2D-BE961148E53A}" destId="{AE223151-F256-4637-ACA4-24D29A3B0BAC}" srcOrd="1" destOrd="0" presId="urn:microsoft.com/office/officeart/2005/8/layout/orgChart1"/>
    <dgm:cxn modelId="{C00C97F4-04FA-4289-A4A8-B0BD100E3180}" type="presParOf" srcId="{AE223151-F256-4637-ACA4-24D29A3B0BAC}" destId="{EA335B0D-9A6D-40D7-97AE-6E80E40FF376}" srcOrd="0" destOrd="0" presId="urn:microsoft.com/office/officeart/2005/8/layout/orgChart1"/>
    <dgm:cxn modelId="{C2E64C02-90E4-4AE2-BE67-5488175E459F}" type="presParOf" srcId="{EA335B0D-9A6D-40D7-97AE-6E80E40FF376}" destId="{CFAB088B-A634-4C04-A4D4-69B010F74345}" srcOrd="0" destOrd="0" presId="urn:microsoft.com/office/officeart/2005/8/layout/orgChart1"/>
    <dgm:cxn modelId="{978EE445-A756-4E78-8922-3D43F77D6B4D}" type="presParOf" srcId="{EA335B0D-9A6D-40D7-97AE-6E80E40FF376}" destId="{977473A2-78D6-4472-8E69-0C123E5D4E51}" srcOrd="1" destOrd="0" presId="urn:microsoft.com/office/officeart/2005/8/layout/orgChart1"/>
    <dgm:cxn modelId="{2BE416B8-D1BD-4182-ACD5-5D699A4F134F}" type="presParOf" srcId="{AE223151-F256-4637-ACA4-24D29A3B0BAC}" destId="{A1F081E7-D778-418D-A504-C229FE7D5FA9}" srcOrd="1" destOrd="0" presId="urn:microsoft.com/office/officeart/2005/8/layout/orgChart1"/>
    <dgm:cxn modelId="{01B65CCB-7563-4E43-9E83-254E26D751BF}" type="presParOf" srcId="{AE223151-F256-4637-ACA4-24D29A3B0BAC}" destId="{9689F6C4-8F90-495F-AA25-3FD310A4E411}" srcOrd="2" destOrd="0" presId="urn:microsoft.com/office/officeart/2005/8/layout/orgChart1"/>
    <dgm:cxn modelId="{4A19D857-A45A-4D73-9863-868424724097}" type="presParOf" srcId="{FEE9074F-EA8F-4C1B-8D2D-BE961148E53A}" destId="{7E3F3A08-E4E8-4DA7-A0DC-9CCA0DEB1D6E}" srcOrd="2" destOrd="0" presId="urn:microsoft.com/office/officeart/2005/8/layout/orgChart1"/>
    <dgm:cxn modelId="{8861C271-74B7-4058-8102-2D6B5228FFF1}" type="presParOf" srcId="{FEE9074F-EA8F-4C1B-8D2D-BE961148E53A}" destId="{AF42F038-B292-4DCE-BE40-D34EECD3A0A1}" srcOrd="3" destOrd="0" presId="urn:microsoft.com/office/officeart/2005/8/layout/orgChart1"/>
    <dgm:cxn modelId="{2DBCC1F5-4427-4FD7-92BE-0B953A56F503}" type="presParOf" srcId="{AF42F038-B292-4DCE-BE40-D34EECD3A0A1}" destId="{8FAB6DFE-D828-450F-85EF-F658D9BA0CCD}" srcOrd="0" destOrd="0" presId="urn:microsoft.com/office/officeart/2005/8/layout/orgChart1"/>
    <dgm:cxn modelId="{DB037758-DB69-4ABB-A1ED-BEFCE817E884}" type="presParOf" srcId="{8FAB6DFE-D828-450F-85EF-F658D9BA0CCD}" destId="{067C0526-4922-4C8B-B165-339A724F871B}" srcOrd="0" destOrd="0" presId="urn:microsoft.com/office/officeart/2005/8/layout/orgChart1"/>
    <dgm:cxn modelId="{FBF4157D-4153-48CB-ADCB-B975963C6C18}" type="presParOf" srcId="{8FAB6DFE-D828-450F-85EF-F658D9BA0CCD}" destId="{55D5049C-5879-4035-9C55-7C5CC8C970D4}" srcOrd="1" destOrd="0" presId="urn:microsoft.com/office/officeart/2005/8/layout/orgChart1"/>
    <dgm:cxn modelId="{5021B940-8D61-45CE-9B74-00F040E2DD22}" type="presParOf" srcId="{AF42F038-B292-4DCE-BE40-D34EECD3A0A1}" destId="{7A413E24-4824-4AB7-A835-C2C35F66397E}" srcOrd="1" destOrd="0" presId="urn:microsoft.com/office/officeart/2005/8/layout/orgChart1"/>
    <dgm:cxn modelId="{C614622B-BD92-4820-B53B-42AA18AF4A14}" type="presParOf" srcId="{AF42F038-B292-4DCE-BE40-D34EECD3A0A1}" destId="{02652604-F1E4-44F3-9484-B95AEF38D47D}" srcOrd="2" destOrd="0" presId="urn:microsoft.com/office/officeart/2005/8/layout/orgChart1"/>
    <dgm:cxn modelId="{BBBF95A3-5BF7-49E9-A96D-70661722D575}" type="presParOf" srcId="{FEE9074F-EA8F-4C1B-8D2D-BE961148E53A}" destId="{A601A002-0AAB-43C9-A77E-A430F9846B55}" srcOrd="4" destOrd="0" presId="urn:microsoft.com/office/officeart/2005/8/layout/orgChart1"/>
    <dgm:cxn modelId="{CAAFB710-DD82-403B-90E3-FD794680C621}" type="presParOf" srcId="{FEE9074F-EA8F-4C1B-8D2D-BE961148E53A}" destId="{0B49D309-7552-443E-AAD7-F3F84A9CB6A1}" srcOrd="5" destOrd="0" presId="urn:microsoft.com/office/officeart/2005/8/layout/orgChart1"/>
    <dgm:cxn modelId="{3D5019A0-3CF5-4C1F-934D-26FEED34C440}" type="presParOf" srcId="{0B49D309-7552-443E-AAD7-F3F84A9CB6A1}" destId="{C1357D30-C4B6-4075-8F2B-FDB7B912E9B5}" srcOrd="0" destOrd="0" presId="urn:microsoft.com/office/officeart/2005/8/layout/orgChart1"/>
    <dgm:cxn modelId="{096F1405-9CB8-4A08-8B06-504820806A95}" type="presParOf" srcId="{C1357D30-C4B6-4075-8F2B-FDB7B912E9B5}" destId="{AE5075F3-90C3-4C37-87D1-28C61F6C26CE}" srcOrd="0" destOrd="0" presId="urn:microsoft.com/office/officeart/2005/8/layout/orgChart1"/>
    <dgm:cxn modelId="{5CC15D66-D0EC-479F-B478-B4BFB9188B80}" type="presParOf" srcId="{C1357D30-C4B6-4075-8F2B-FDB7B912E9B5}" destId="{7D33F83D-1077-4EFB-9B3A-111C1B87612A}" srcOrd="1" destOrd="0" presId="urn:microsoft.com/office/officeart/2005/8/layout/orgChart1"/>
    <dgm:cxn modelId="{3805FBE9-D56A-44F6-BE96-BEC92D44315A}" type="presParOf" srcId="{0B49D309-7552-443E-AAD7-F3F84A9CB6A1}" destId="{3DE8C829-B22C-4A60-BC98-24DC9963F67C}" srcOrd="1" destOrd="0" presId="urn:microsoft.com/office/officeart/2005/8/layout/orgChart1"/>
    <dgm:cxn modelId="{4E113214-A938-485A-9F45-8FEF69AE2321}" type="presParOf" srcId="{0B49D309-7552-443E-AAD7-F3F84A9CB6A1}" destId="{80BE9D1B-229B-4DB7-AE45-3CC7CD2D8493}" srcOrd="2" destOrd="0" presId="urn:microsoft.com/office/officeart/2005/8/layout/orgChart1"/>
    <dgm:cxn modelId="{343250F2-A4CA-49FE-A369-8658D2B4017D}" type="presParOf" srcId="{FEE9074F-EA8F-4C1B-8D2D-BE961148E53A}" destId="{7E8D8399-60EC-4291-BF6F-9AACCCFE6BFA}" srcOrd="6" destOrd="0" presId="urn:microsoft.com/office/officeart/2005/8/layout/orgChart1"/>
    <dgm:cxn modelId="{20960701-D943-4218-A9D6-0339E88DBDB1}" type="presParOf" srcId="{FEE9074F-EA8F-4C1B-8D2D-BE961148E53A}" destId="{27A8D6DA-9950-4088-A6A8-8B28D9886F7A}" srcOrd="7" destOrd="0" presId="urn:microsoft.com/office/officeart/2005/8/layout/orgChart1"/>
    <dgm:cxn modelId="{88A59264-20B5-42B5-B167-A27CA893D9C1}" type="presParOf" srcId="{27A8D6DA-9950-4088-A6A8-8B28D9886F7A}" destId="{A3F9D720-394F-409F-BE0B-E2386E2A98B8}" srcOrd="0" destOrd="0" presId="urn:microsoft.com/office/officeart/2005/8/layout/orgChart1"/>
    <dgm:cxn modelId="{5A34733F-39A4-4D20-B839-51C8551DF041}" type="presParOf" srcId="{A3F9D720-394F-409F-BE0B-E2386E2A98B8}" destId="{C6D338CD-AE2A-475D-87D2-6D3A2FF8C150}" srcOrd="0" destOrd="0" presId="urn:microsoft.com/office/officeart/2005/8/layout/orgChart1"/>
    <dgm:cxn modelId="{2036BA5D-4F4A-4807-855B-154988199E07}" type="presParOf" srcId="{A3F9D720-394F-409F-BE0B-E2386E2A98B8}" destId="{97B99A1B-0507-4992-8E8F-38622BCC2BDC}" srcOrd="1" destOrd="0" presId="urn:microsoft.com/office/officeart/2005/8/layout/orgChart1"/>
    <dgm:cxn modelId="{1525A7ED-51F2-4FE7-8D4E-C4CE138BD074}" type="presParOf" srcId="{27A8D6DA-9950-4088-A6A8-8B28D9886F7A}" destId="{CB8B3503-612D-4B63-ABC0-8EA2D8A09B07}" srcOrd="1" destOrd="0" presId="urn:microsoft.com/office/officeart/2005/8/layout/orgChart1"/>
    <dgm:cxn modelId="{6A37B2F8-F2E0-49D0-815C-9A5E6594956C}" type="presParOf" srcId="{27A8D6DA-9950-4088-A6A8-8B28D9886F7A}" destId="{38894F5C-DEBC-4DA7-8503-120E44CF6F61}" srcOrd="2" destOrd="0" presId="urn:microsoft.com/office/officeart/2005/8/layout/orgChart1"/>
    <dgm:cxn modelId="{E68AFA48-D634-471D-A172-7B79CFF4C1BA}" type="presParOf" srcId="{EE26985A-7E26-4B87-B956-54F4A161030C}" destId="{2D9055E8-3E34-489C-9285-7FEF398CB8C0}" srcOrd="2" destOrd="0" presId="urn:microsoft.com/office/officeart/2005/8/layout/orgChart1"/>
    <dgm:cxn modelId="{EF4551FB-5629-46C4-9A09-51DF3088DA3D}" type="presParOf" srcId="{D7CDCEEF-3D11-43A4-A675-0AD8525ADA24}" destId="{1E564ACB-103C-4795-B9A0-D30C4A8EC014}" srcOrd="4" destOrd="0" presId="urn:microsoft.com/office/officeart/2005/8/layout/orgChart1"/>
    <dgm:cxn modelId="{DBC3C60E-8560-4205-B0B3-9031CAB9C2A0}" type="presParOf" srcId="{D7CDCEEF-3D11-43A4-A675-0AD8525ADA24}" destId="{B8F80C98-8B9A-4604-8DF8-F482987CBD56}" srcOrd="5" destOrd="0" presId="urn:microsoft.com/office/officeart/2005/8/layout/orgChart1"/>
    <dgm:cxn modelId="{ED3B6494-6D40-4FAE-9959-34871BB2C454}" type="presParOf" srcId="{B8F80C98-8B9A-4604-8DF8-F482987CBD56}" destId="{71FCBC7F-0EB1-4E40-8EED-5F18A59FA753}" srcOrd="0" destOrd="0" presId="urn:microsoft.com/office/officeart/2005/8/layout/orgChart1"/>
    <dgm:cxn modelId="{BBB8AACF-73C8-406F-B82A-C5F67538D56D}" type="presParOf" srcId="{71FCBC7F-0EB1-4E40-8EED-5F18A59FA753}" destId="{12431074-D9A6-4F7F-A353-8356FF4134B4}" srcOrd="0" destOrd="0" presId="urn:microsoft.com/office/officeart/2005/8/layout/orgChart1"/>
    <dgm:cxn modelId="{7CFC00FD-2B0E-433F-9377-08AF53392140}" type="presParOf" srcId="{71FCBC7F-0EB1-4E40-8EED-5F18A59FA753}" destId="{0D0654BD-7690-4D30-9359-CD5503F22F6D}" srcOrd="1" destOrd="0" presId="urn:microsoft.com/office/officeart/2005/8/layout/orgChart1"/>
    <dgm:cxn modelId="{4E8ACFD6-301A-4A19-B715-D5224A6DF442}" type="presParOf" srcId="{B8F80C98-8B9A-4604-8DF8-F482987CBD56}" destId="{191975B1-732A-496D-A378-ED15D98FB0A5}" srcOrd="1" destOrd="0" presId="urn:microsoft.com/office/officeart/2005/8/layout/orgChart1"/>
    <dgm:cxn modelId="{A3D76D6B-7A3E-48BE-AF72-8D9E14A5D907}" type="presParOf" srcId="{B8F80C98-8B9A-4604-8DF8-F482987CBD56}" destId="{497A9AFB-273D-4C53-8A18-0E6F4064660F}" srcOrd="2" destOrd="0" presId="urn:microsoft.com/office/officeart/2005/8/layout/orgChart1"/>
    <dgm:cxn modelId="{D582F4DD-E218-4F6B-AD7F-9BEE9A977482}" type="presParOf" srcId="{16E5F351-B1FB-4B3B-9BFA-F7740E25DB10}" destId="{AA7C1A2E-3895-499B-A3D9-B2B5A5D3FD13}" srcOrd="2" destOrd="0" presId="urn:microsoft.com/office/officeart/2005/8/layout/orgChart1"/>
    <dgm:cxn modelId="{9C12563A-A8F4-4332-9B90-84767F22543A}" type="presParOf" srcId="{94A59A5E-ADB4-4013-A598-D5152469FD52}" destId="{D25BF3A3-EEA2-4B9E-83BD-87E9E68D0810}" srcOrd="2" destOrd="0" presId="urn:microsoft.com/office/officeart/2005/8/layout/orgChart1"/>
    <dgm:cxn modelId="{BD190002-ED57-4F12-873C-CB2AD4F201BC}" type="presParOf" srcId="{94A59A5E-ADB4-4013-A598-D5152469FD52}" destId="{F6882E42-5567-42C6-BBE4-A921EAE32AD0}" srcOrd="3" destOrd="0" presId="urn:microsoft.com/office/officeart/2005/8/layout/orgChart1"/>
    <dgm:cxn modelId="{9BBF2B9D-EE95-40A4-9C7C-0ACAE86EC7FE}" type="presParOf" srcId="{F6882E42-5567-42C6-BBE4-A921EAE32AD0}" destId="{D37121FD-EA8A-4E11-A1E2-F5DC7B84EEC6}" srcOrd="0" destOrd="0" presId="urn:microsoft.com/office/officeart/2005/8/layout/orgChart1"/>
    <dgm:cxn modelId="{BAD43A85-7F63-4498-959E-0BEEF1B70A0D}" type="presParOf" srcId="{D37121FD-EA8A-4E11-A1E2-F5DC7B84EEC6}" destId="{7FF2B4B9-5C30-4D93-BBA6-29DF8B88CBBB}" srcOrd="0" destOrd="0" presId="urn:microsoft.com/office/officeart/2005/8/layout/orgChart1"/>
    <dgm:cxn modelId="{278CC6DF-6D40-49C6-8071-ABA5D09349C8}" type="presParOf" srcId="{D37121FD-EA8A-4E11-A1E2-F5DC7B84EEC6}" destId="{083BBB21-5AC8-4ACA-A35B-713815A9C0A0}" srcOrd="1" destOrd="0" presId="urn:microsoft.com/office/officeart/2005/8/layout/orgChart1"/>
    <dgm:cxn modelId="{7C2CABC2-7576-4629-A5E4-598C9F64EBD1}" type="presParOf" srcId="{F6882E42-5567-42C6-BBE4-A921EAE32AD0}" destId="{7FE2901E-4114-4CBF-9F94-F224B43B7850}" srcOrd="1" destOrd="0" presId="urn:microsoft.com/office/officeart/2005/8/layout/orgChart1"/>
    <dgm:cxn modelId="{56930D74-22ED-4EAF-9A63-DC1FD8DF0263}" type="presParOf" srcId="{F6882E42-5567-42C6-BBE4-A921EAE32AD0}" destId="{4F1E6DA4-B5C4-49F0-AB0B-3ABA45571340}" srcOrd="2" destOrd="0" presId="urn:microsoft.com/office/officeart/2005/8/layout/orgChart1"/>
    <dgm:cxn modelId="{65DB0A20-1CC8-4E65-9763-655664ADB484}" type="presParOf" srcId="{94A59A5E-ADB4-4013-A598-D5152469FD52}" destId="{57E93A07-A48A-42E2-9A00-22630077B8AF}" srcOrd="4" destOrd="0" presId="urn:microsoft.com/office/officeart/2005/8/layout/orgChart1"/>
    <dgm:cxn modelId="{095875A5-1CC3-49AD-9AD7-347C4E89F58D}" type="presParOf" srcId="{94A59A5E-ADB4-4013-A598-D5152469FD52}" destId="{5BB3C589-78A7-4734-AF12-446B388F1A69}" srcOrd="5" destOrd="0" presId="urn:microsoft.com/office/officeart/2005/8/layout/orgChart1"/>
    <dgm:cxn modelId="{DBB27233-8D2C-459B-A6C3-8F6BE95FEB4F}" type="presParOf" srcId="{5BB3C589-78A7-4734-AF12-446B388F1A69}" destId="{DA161F22-E4A6-4014-AB08-19C5D88A6B34}" srcOrd="0" destOrd="0" presId="urn:microsoft.com/office/officeart/2005/8/layout/orgChart1"/>
    <dgm:cxn modelId="{666B0E9C-52C3-4292-B72A-571021CCB33C}" type="presParOf" srcId="{DA161F22-E4A6-4014-AB08-19C5D88A6B34}" destId="{940B7165-F49B-4C73-AEB8-2FCC615F667D}" srcOrd="0" destOrd="0" presId="urn:microsoft.com/office/officeart/2005/8/layout/orgChart1"/>
    <dgm:cxn modelId="{8A70A770-F6C8-49BE-909E-9AF14ED4E9EC}" type="presParOf" srcId="{DA161F22-E4A6-4014-AB08-19C5D88A6B34}" destId="{31DAC4EF-F875-4364-96A7-660F8F4DD03B}" srcOrd="1" destOrd="0" presId="urn:microsoft.com/office/officeart/2005/8/layout/orgChart1"/>
    <dgm:cxn modelId="{54A38361-A7ED-4301-8E9E-444D09B3E739}" type="presParOf" srcId="{5BB3C589-78A7-4734-AF12-446B388F1A69}" destId="{BCCE20BF-D6CD-4499-8C28-E8927F3C6238}" srcOrd="1" destOrd="0" presId="urn:microsoft.com/office/officeart/2005/8/layout/orgChart1"/>
    <dgm:cxn modelId="{D6689B50-6AC1-4C73-A7AD-D412E42BB93A}" type="presParOf" srcId="{BCCE20BF-D6CD-4499-8C28-E8927F3C6238}" destId="{026CB50B-F4C4-463B-8D1C-2541F7CACBE6}" srcOrd="0" destOrd="0" presId="urn:microsoft.com/office/officeart/2005/8/layout/orgChart1"/>
    <dgm:cxn modelId="{B1E26AD5-2B6B-4FD6-A257-A569D0F60E4C}" type="presParOf" srcId="{BCCE20BF-D6CD-4499-8C28-E8927F3C6238}" destId="{DF4A36D1-5735-44BF-AAFF-601BEF5E8866}" srcOrd="1" destOrd="0" presId="urn:microsoft.com/office/officeart/2005/8/layout/orgChart1"/>
    <dgm:cxn modelId="{BC0AE831-5F16-4B7E-8D1B-EC607E14E5C6}" type="presParOf" srcId="{DF4A36D1-5735-44BF-AAFF-601BEF5E8866}" destId="{4A6080C9-0885-46B8-A75E-326E9CA6BA1B}" srcOrd="0" destOrd="0" presId="urn:microsoft.com/office/officeart/2005/8/layout/orgChart1"/>
    <dgm:cxn modelId="{C87E388E-EC23-4EA6-A23A-77B8285C2116}" type="presParOf" srcId="{4A6080C9-0885-46B8-A75E-326E9CA6BA1B}" destId="{76986AE3-EE48-455B-B1D7-E73BE492E34E}" srcOrd="0" destOrd="0" presId="urn:microsoft.com/office/officeart/2005/8/layout/orgChart1"/>
    <dgm:cxn modelId="{9011789A-1F8B-428B-8781-CB8FF5754640}" type="presParOf" srcId="{4A6080C9-0885-46B8-A75E-326E9CA6BA1B}" destId="{9026D7A5-1BCD-4279-AA22-64EFBE9B8BE1}" srcOrd="1" destOrd="0" presId="urn:microsoft.com/office/officeart/2005/8/layout/orgChart1"/>
    <dgm:cxn modelId="{121D1B2E-51C2-4931-A362-78788BD5B98D}" type="presParOf" srcId="{DF4A36D1-5735-44BF-AAFF-601BEF5E8866}" destId="{F02FFAFE-D97B-460A-982A-49CD1B4349C0}" srcOrd="1" destOrd="0" presId="urn:microsoft.com/office/officeart/2005/8/layout/orgChart1"/>
    <dgm:cxn modelId="{23D12EA6-AE1B-4CDF-9A45-07F57E92EF5C}" type="presParOf" srcId="{DF4A36D1-5735-44BF-AAFF-601BEF5E8866}" destId="{4847F39B-C655-49CC-B53E-8F4E0161DDDE}" srcOrd="2" destOrd="0" presId="urn:microsoft.com/office/officeart/2005/8/layout/orgChart1"/>
    <dgm:cxn modelId="{6DF400C7-DEE9-4774-B81F-FD3F02C3BE24}" type="presParOf" srcId="{BCCE20BF-D6CD-4499-8C28-E8927F3C6238}" destId="{B59F6859-2AC6-4E34-BBAB-30D1FB932A11}" srcOrd="2" destOrd="0" presId="urn:microsoft.com/office/officeart/2005/8/layout/orgChart1"/>
    <dgm:cxn modelId="{EAF8DE53-B35E-4C20-9E5B-35414090F22F}" type="presParOf" srcId="{BCCE20BF-D6CD-4499-8C28-E8927F3C6238}" destId="{97916985-99F5-4474-80FF-56E1AA2A3A7F}" srcOrd="3" destOrd="0" presId="urn:microsoft.com/office/officeart/2005/8/layout/orgChart1"/>
    <dgm:cxn modelId="{CC9246B0-732B-439E-8D3D-4106EEA4D99E}" type="presParOf" srcId="{97916985-99F5-4474-80FF-56E1AA2A3A7F}" destId="{20886F32-46D9-4F1C-B2B2-30EF309E2CA4}" srcOrd="0" destOrd="0" presId="urn:microsoft.com/office/officeart/2005/8/layout/orgChart1"/>
    <dgm:cxn modelId="{04368955-9081-4225-BC87-09CC0303FD5A}" type="presParOf" srcId="{20886F32-46D9-4F1C-B2B2-30EF309E2CA4}" destId="{873AED58-D9B7-4C2D-92D7-242F9038524E}" srcOrd="0" destOrd="0" presId="urn:microsoft.com/office/officeart/2005/8/layout/orgChart1"/>
    <dgm:cxn modelId="{D7B99B07-B0D1-46C0-8AFD-B545B0CFF61C}" type="presParOf" srcId="{20886F32-46D9-4F1C-B2B2-30EF309E2CA4}" destId="{E8EB9554-2C09-4EA8-83EA-245084F05DEC}" srcOrd="1" destOrd="0" presId="urn:microsoft.com/office/officeart/2005/8/layout/orgChart1"/>
    <dgm:cxn modelId="{3BA558EE-A119-48A3-9D3C-962B92793D40}" type="presParOf" srcId="{97916985-99F5-4474-80FF-56E1AA2A3A7F}" destId="{229B205A-D280-493A-99E9-4E965A1DBEB0}" srcOrd="1" destOrd="0" presId="urn:microsoft.com/office/officeart/2005/8/layout/orgChart1"/>
    <dgm:cxn modelId="{6D7F0AFD-8908-4EAD-8DE7-F2AA0F25701B}" type="presParOf" srcId="{97916985-99F5-4474-80FF-56E1AA2A3A7F}" destId="{2F477347-405F-4BAF-990D-257AC787AAEA}" srcOrd="2" destOrd="0" presId="urn:microsoft.com/office/officeart/2005/8/layout/orgChart1"/>
    <dgm:cxn modelId="{B366F1C1-329E-4F9F-BD32-3569AED2F89F}" type="presParOf" srcId="{BCCE20BF-D6CD-4499-8C28-E8927F3C6238}" destId="{7EA376A2-05B4-49B4-9A82-4950777E85C8}" srcOrd="4" destOrd="0" presId="urn:microsoft.com/office/officeart/2005/8/layout/orgChart1"/>
    <dgm:cxn modelId="{5CFB1A08-283D-48CC-B942-5A47EA115A53}" type="presParOf" srcId="{BCCE20BF-D6CD-4499-8C28-E8927F3C6238}" destId="{24F5EE12-A0CD-4987-BB84-25F84BA7D395}" srcOrd="5" destOrd="0" presId="urn:microsoft.com/office/officeart/2005/8/layout/orgChart1"/>
    <dgm:cxn modelId="{FD8C6EA8-F65E-4ACA-A02D-25D52E9DA54C}" type="presParOf" srcId="{24F5EE12-A0CD-4987-BB84-25F84BA7D395}" destId="{F4D04BDA-7B11-4FAD-82EB-165B88C0080A}" srcOrd="0" destOrd="0" presId="urn:microsoft.com/office/officeart/2005/8/layout/orgChart1"/>
    <dgm:cxn modelId="{7428E96C-59F2-4A29-AA38-B25764DB0EDB}" type="presParOf" srcId="{F4D04BDA-7B11-4FAD-82EB-165B88C0080A}" destId="{B469CB0C-C455-45F0-A722-FB9A3FB0FF84}" srcOrd="0" destOrd="0" presId="urn:microsoft.com/office/officeart/2005/8/layout/orgChart1"/>
    <dgm:cxn modelId="{F987E5CB-07F3-4A62-BF95-BBB58F4528A7}" type="presParOf" srcId="{F4D04BDA-7B11-4FAD-82EB-165B88C0080A}" destId="{3DD7D911-9796-417F-BB9B-B51DB97B902D}" srcOrd="1" destOrd="0" presId="urn:microsoft.com/office/officeart/2005/8/layout/orgChart1"/>
    <dgm:cxn modelId="{07863018-E03C-4BD3-9B23-6E13DAFD7562}" type="presParOf" srcId="{24F5EE12-A0CD-4987-BB84-25F84BA7D395}" destId="{BA7CB45C-FF07-4835-8969-5F9342C5F51D}" srcOrd="1" destOrd="0" presId="urn:microsoft.com/office/officeart/2005/8/layout/orgChart1"/>
    <dgm:cxn modelId="{EC2C733A-84A4-4021-94E4-AEEFD976D8A6}" type="presParOf" srcId="{24F5EE12-A0CD-4987-BB84-25F84BA7D395}" destId="{AE4CC995-0AA0-45D2-91F4-9D3E7E91F212}" srcOrd="2" destOrd="0" presId="urn:microsoft.com/office/officeart/2005/8/layout/orgChart1"/>
    <dgm:cxn modelId="{03F832B2-BCB0-4A0B-BD9E-7BA06047C550}" type="presParOf" srcId="{5BB3C589-78A7-4734-AF12-446B388F1A69}" destId="{BC546CD6-9177-4DCD-9DC8-61A980346E8C}" srcOrd="2" destOrd="0" presId="urn:microsoft.com/office/officeart/2005/8/layout/orgChart1"/>
    <dgm:cxn modelId="{4F4E73B6-D557-4298-A872-DC4B212BB02C}" type="presParOf" srcId="{94A59A5E-ADB4-4013-A598-D5152469FD52}" destId="{60F15E0D-1BA9-4EB6-B140-8903CBE114C7}" srcOrd="6" destOrd="0" presId="urn:microsoft.com/office/officeart/2005/8/layout/orgChart1"/>
    <dgm:cxn modelId="{BFF4EBEC-C0EE-4AB0-AFAE-B2C6E4E8A24C}" type="presParOf" srcId="{94A59A5E-ADB4-4013-A598-D5152469FD52}" destId="{79C80B29-3F4C-41FE-BD0A-B10E3B7B362F}" srcOrd="7" destOrd="0" presId="urn:microsoft.com/office/officeart/2005/8/layout/orgChart1"/>
    <dgm:cxn modelId="{406D592E-E3E9-4F2A-826E-254869429BEC}" type="presParOf" srcId="{79C80B29-3F4C-41FE-BD0A-B10E3B7B362F}" destId="{B06DCBC6-BC3A-41C7-8CBA-A7455025BF52}" srcOrd="0" destOrd="0" presId="urn:microsoft.com/office/officeart/2005/8/layout/orgChart1"/>
    <dgm:cxn modelId="{F7ADD4A6-4F6A-4E18-B9C4-9A5EBE2074CE}" type="presParOf" srcId="{B06DCBC6-BC3A-41C7-8CBA-A7455025BF52}" destId="{C6C69097-43E8-4BBC-B708-5EFB676F841C}" srcOrd="0" destOrd="0" presId="urn:microsoft.com/office/officeart/2005/8/layout/orgChart1"/>
    <dgm:cxn modelId="{00EA9650-53B4-49E1-97B8-32157B6C5734}" type="presParOf" srcId="{B06DCBC6-BC3A-41C7-8CBA-A7455025BF52}" destId="{7EC8A6B5-9DA3-42D4-A816-80115A9CD4B4}" srcOrd="1" destOrd="0" presId="urn:microsoft.com/office/officeart/2005/8/layout/orgChart1"/>
    <dgm:cxn modelId="{B64C4442-2844-4C6E-8CFB-71544B85AEF1}" type="presParOf" srcId="{79C80B29-3F4C-41FE-BD0A-B10E3B7B362F}" destId="{DE4273EB-E905-43F2-AAC0-2662F4AEC45E}" srcOrd="1" destOrd="0" presId="urn:microsoft.com/office/officeart/2005/8/layout/orgChart1"/>
    <dgm:cxn modelId="{C3430563-70EA-4C4B-B55B-DF6A5754311F}" type="presParOf" srcId="{DE4273EB-E905-43F2-AAC0-2662F4AEC45E}" destId="{859A71F3-5465-4165-B948-340263259634}" srcOrd="0" destOrd="0" presId="urn:microsoft.com/office/officeart/2005/8/layout/orgChart1"/>
    <dgm:cxn modelId="{E628A445-4938-4315-8DBA-A69614C468FB}" type="presParOf" srcId="{DE4273EB-E905-43F2-AAC0-2662F4AEC45E}" destId="{7F68E031-EA43-41E7-87B9-E7FBDC67BFF5}" srcOrd="1" destOrd="0" presId="urn:microsoft.com/office/officeart/2005/8/layout/orgChart1"/>
    <dgm:cxn modelId="{E931E0A4-AF10-4969-9979-C56949ED1AE8}" type="presParOf" srcId="{7F68E031-EA43-41E7-87B9-E7FBDC67BFF5}" destId="{AC394334-4073-44EB-A1E4-A4658B314AFD}" srcOrd="0" destOrd="0" presId="urn:microsoft.com/office/officeart/2005/8/layout/orgChart1"/>
    <dgm:cxn modelId="{8551517E-B6D9-491F-A79C-F6C84C71CFFB}" type="presParOf" srcId="{AC394334-4073-44EB-A1E4-A4658B314AFD}" destId="{67A0BCE0-33EB-4C2C-8769-A3FC48DDAA37}" srcOrd="0" destOrd="0" presId="urn:microsoft.com/office/officeart/2005/8/layout/orgChart1"/>
    <dgm:cxn modelId="{916FA2F7-41D5-4BBE-9BDA-5159D53823E6}" type="presParOf" srcId="{AC394334-4073-44EB-A1E4-A4658B314AFD}" destId="{8AF874F9-DE78-42A4-AC98-CB745ECA2385}" srcOrd="1" destOrd="0" presId="urn:microsoft.com/office/officeart/2005/8/layout/orgChart1"/>
    <dgm:cxn modelId="{17BF9984-AC9A-4B80-8937-563C992E3D8B}" type="presParOf" srcId="{7F68E031-EA43-41E7-87B9-E7FBDC67BFF5}" destId="{7F712680-245F-4462-81DA-E6B3560423C1}" srcOrd="1" destOrd="0" presId="urn:microsoft.com/office/officeart/2005/8/layout/orgChart1"/>
    <dgm:cxn modelId="{9485CFC8-2801-41FC-8DA3-EB2733568C2C}" type="presParOf" srcId="{7F68E031-EA43-41E7-87B9-E7FBDC67BFF5}" destId="{E6F4D01E-3CF6-426A-80A8-6151B18D120B}" srcOrd="2" destOrd="0" presId="urn:microsoft.com/office/officeart/2005/8/layout/orgChart1"/>
    <dgm:cxn modelId="{02A425E1-D58F-4005-8FF7-481A45E6102C}" type="presParOf" srcId="{DE4273EB-E905-43F2-AAC0-2662F4AEC45E}" destId="{DC9F42FE-2C8B-4F83-868C-019DD8D8D1E8}" srcOrd="2" destOrd="0" presId="urn:microsoft.com/office/officeart/2005/8/layout/orgChart1"/>
    <dgm:cxn modelId="{FEBFE107-FB01-4079-91D9-1D0D77471767}" type="presParOf" srcId="{DE4273EB-E905-43F2-AAC0-2662F4AEC45E}" destId="{B8BB5BFC-AE3B-42F2-9C9A-9C948F48E1A4}" srcOrd="3" destOrd="0" presId="urn:microsoft.com/office/officeart/2005/8/layout/orgChart1"/>
    <dgm:cxn modelId="{69E78D6F-D65F-4D56-AEA9-314E85B3DE61}" type="presParOf" srcId="{B8BB5BFC-AE3B-42F2-9C9A-9C948F48E1A4}" destId="{6591BB6F-B319-40AC-A3B0-ED1658A1854D}" srcOrd="0" destOrd="0" presId="urn:microsoft.com/office/officeart/2005/8/layout/orgChart1"/>
    <dgm:cxn modelId="{56EA5A0B-13E9-47C6-BCEB-4CB12E716D28}" type="presParOf" srcId="{6591BB6F-B319-40AC-A3B0-ED1658A1854D}" destId="{B6C5A08C-3E88-44F7-9021-92FF590D056D}" srcOrd="0" destOrd="0" presId="urn:microsoft.com/office/officeart/2005/8/layout/orgChart1"/>
    <dgm:cxn modelId="{784B851B-37DB-473C-A132-C4D44D861CA0}" type="presParOf" srcId="{6591BB6F-B319-40AC-A3B0-ED1658A1854D}" destId="{05266B1D-2B22-49E7-A854-ADC08D3FC9A5}" srcOrd="1" destOrd="0" presId="urn:microsoft.com/office/officeart/2005/8/layout/orgChart1"/>
    <dgm:cxn modelId="{CBB3B86A-FD27-469C-BF84-2EEF542E7AEB}" type="presParOf" srcId="{B8BB5BFC-AE3B-42F2-9C9A-9C948F48E1A4}" destId="{5D8EB7D6-0F88-447A-AD02-4E4F7C7E0267}" srcOrd="1" destOrd="0" presId="urn:microsoft.com/office/officeart/2005/8/layout/orgChart1"/>
    <dgm:cxn modelId="{7EDABA68-55FC-4FFB-AA66-534409E490C2}" type="presParOf" srcId="{B8BB5BFC-AE3B-42F2-9C9A-9C948F48E1A4}" destId="{1B6ADE13-ABAE-400F-A8B4-B6B4C0C5BC38}" srcOrd="2" destOrd="0" presId="urn:microsoft.com/office/officeart/2005/8/layout/orgChart1"/>
    <dgm:cxn modelId="{FCC135AC-14FE-4533-8DA3-CC2326EE68DD}" type="presParOf" srcId="{79C80B29-3F4C-41FE-BD0A-B10E3B7B362F}" destId="{433200E9-8058-4CA6-8F54-DC408C1933E1}" srcOrd="2" destOrd="0" presId="urn:microsoft.com/office/officeart/2005/8/layout/orgChart1"/>
    <dgm:cxn modelId="{DA1C7FCE-102E-49AC-816E-513DC8416C59}" type="presParOf" srcId="{B9CD0BA6-52DE-471E-A6E5-22FDBE1B70C1}" destId="{F0015DA1-D564-40DA-B70F-6A2F99E4053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D085D8-E011-4020-A9F3-60FD04475C3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461740-EA88-403C-9BFB-BBA70DBC718C}">
      <dgm:prSet phldrT="[Text]" custT="1"/>
      <dgm:spPr/>
      <dgm:t>
        <a:bodyPr/>
        <a:lstStyle/>
        <a:p>
          <a:r>
            <a:rPr lang="en-US" sz="1400" dirty="0" smtClean="0"/>
            <a:t>PANKAJ GUPTA</a:t>
          </a:r>
        </a:p>
      </dgm:t>
    </dgm:pt>
    <dgm:pt modelId="{59E328A8-EE9F-4E00-996D-DC6F1AC8CCFF}" type="parTrans" cxnId="{59F020E1-4D3B-412D-A046-AD4CB7CA9B28}">
      <dgm:prSet/>
      <dgm:spPr/>
      <dgm:t>
        <a:bodyPr/>
        <a:lstStyle/>
        <a:p>
          <a:endParaRPr lang="en-IN"/>
        </a:p>
      </dgm:t>
    </dgm:pt>
    <dgm:pt modelId="{FAAC5B35-0031-4D75-9931-66F81D116474}" type="sibTrans" cxnId="{59F020E1-4D3B-412D-A046-AD4CB7CA9B28}">
      <dgm:prSet/>
      <dgm:spPr/>
      <dgm:t>
        <a:bodyPr/>
        <a:lstStyle/>
        <a:p>
          <a:endParaRPr lang="en-IN"/>
        </a:p>
      </dgm:t>
    </dgm:pt>
    <dgm:pt modelId="{811D70BB-E745-453E-840D-966CDED1322D}" type="pres">
      <dgm:prSet presAssocID="{1CD085D8-E011-4020-A9F3-60FD04475C3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2C75B3B-039F-4254-89BA-5E64CD86B882}" type="pres">
      <dgm:prSet presAssocID="{BF461740-EA88-403C-9BFB-BBA70DBC718C}" presName="hierRoot1" presStyleCnt="0">
        <dgm:presLayoutVars>
          <dgm:hierBranch val="init"/>
        </dgm:presLayoutVars>
      </dgm:prSet>
      <dgm:spPr/>
    </dgm:pt>
    <dgm:pt modelId="{C0DA5D12-54B7-4D59-8669-7D944B29B87C}" type="pres">
      <dgm:prSet presAssocID="{BF461740-EA88-403C-9BFB-BBA70DBC718C}" presName="rootComposite1" presStyleCnt="0"/>
      <dgm:spPr/>
    </dgm:pt>
    <dgm:pt modelId="{B070B9EA-E818-4811-9AAA-A69501B7C2A6}" type="pres">
      <dgm:prSet presAssocID="{BF461740-EA88-403C-9BFB-BBA70DBC718C}" presName="rootText1" presStyleLbl="node0" presStyleIdx="0" presStyleCnt="1" custScaleX="20291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2B7AAA-482D-4F03-87AE-28C09DA348C6}" type="pres">
      <dgm:prSet presAssocID="{BF461740-EA88-403C-9BFB-BBA70DBC718C}" presName="rootConnector1" presStyleLbl="node1" presStyleIdx="0" presStyleCnt="0"/>
      <dgm:spPr/>
      <dgm:t>
        <a:bodyPr/>
        <a:lstStyle/>
        <a:p>
          <a:endParaRPr lang="en-US"/>
        </a:p>
      </dgm:t>
    </dgm:pt>
    <dgm:pt modelId="{51B93F42-0E23-42AF-81B7-9B20A25F1AFC}" type="pres">
      <dgm:prSet presAssocID="{BF461740-EA88-403C-9BFB-BBA70DBC718C}" presName="hierChild2" presStyleCnt="0"/>
      <dgm:spPr/>
    </dgm:pt>
    <dgm:pt modelId="{F4264E85-6A9F-4EEF-A1D7-4FBE59BC589D}" type="pres">
      <dgm:prSet presAssocID="{BF461740-EA88-403C-9BFB-BBA70DBC718C}" presName="hierChild3" presStyleCnt="0"/>
      <dgm:spPr/>
    </dgm:pt>
  </dgm:ptLst>
  <dgm:cxnLst>
    <dgm:cxn modelId="{AA125737-012C-4019-8995-B6F322EA88B3}" type="presOf" srcId="{1CD085D8-E011-4020-A9F3-60FD04475C32}" destId="{811D70BB-E745-453E-840D-966CDED1322D}" srcOrd="0" destOrd="0" presId="urn:microsoft.com/office/officeart/2005/8/layout/orgChart1"/>
    <dgm:cxn modelId="{DAE2F86E-5508-47B8-9C7C-5ACC2C35DF9D}" type="presOf" srcId="{BF461740-EA88-403C-9BFB-BBA70DBC718C}" destId="{B070B9EA-E818-4811-9AAA-A69501B7C2A6}" srcOrd="0" destOrd="0" presId="urn:microsoft.com/office/officeart/2005/8/layout/orgChart1"/>
    <dgm:cxn modelId="{B6AD98DC-02E5-4217-B664-7609F0300E6F}" type="presOf" srcId="{BF461740-EA88-403C-9BFB-BBA70DBC718C}" destId="{3C2B7AAA-482D-4F03-87AE-28C09DA348C6}" srcOrd="1" destOrd="0" presId="urn:microsoft.com/office/officeart/2005/8/layout/orgChart1"/>
    <dgm:cxn modelId="{59F020E1-4D3B-412D-A046-AD4CB7CA9B28}" srcId="{1CD085D8-E011-4020-A9F3-60FD04475C32}" destId="{BF461740-EA88-403C-9BFB-BBA70DBC718C}" srcOrd="0" destOrd="0" parTransId="{59E328A8-EE9F-4E00-996D-DC6F1AC8CCFF}" sibTransId="{FAAC5B35-0031-4D75-9931-66F81D116474}"/>
    <dgm:cxn modelId="{19AFDFB2-EEA4-4698-A70D-0F53072831D0}" type="presParOf" srcId="{811D70BB-E745-453E-840D-966CDED1322D}" destId="{12C75B3B-039F-4254-89BA-5E64CD86B882}" srcOrd="0" destOrd="0" presId="urn:microsoft.com/office/officeart/2005/8/layout/orgChart1"/>
    <dgm:cxn modelId="{B1A9A2D6-7E06-4B48-91E2-4E5001C0BF8B}" type="presParOf" srcId="{12C75B3B-039F-4254-89BA-5E64CD86B882}" destId="{C0DA5D12-54B7-4D59-8669-7D944B29B87C}" srcOrd="0" destOrd="0" presId="urn:microsoft.com/office/officeart/2005/8/layout/orgChart1"/>
    <dgm:cxn modelId="{D43FD220-9545-41CF-BC81-BCB366088E21}" type="presParOf" srcId="{C0DA5D12-54B7-4D59-8669-7D944B29B87C}" destId="{B070B9EA-E818-4811-9AAA-A69501B7C2A6}" srcOrd="0" destOrd="0" presId="urn:microsoft.com/office/officeart/2005/8/layout/orgChart1"/>
    <dgm:cxn modelId="{AED92BD3-1E27-411E-B207-8CEB57ED49C4}" type="presParOf" srcId="{C0DA5D12-54B7-4D59-8669-7D944B29B87C}" destId="{3C2B7AAA-482D-4F03-87AE-28C09DA348C6}" srcOrd="1" destOrd="0" presId="urn:microsoft.com/office/officeart/2005/8/layout/orgChart1"/>
    <dgm:cxn modelId="{B9FA92E0-BF09-4DCC-9942-72686C66A0AF}" type="presParOf" srcId="{12C75B3B-039F-4254-89BA-5E64CD86B882}" destId="{51B93F42-0E23-42AF-81B7-9B20A25F1AFC}" srcOrd="1" destOrd="0" presId="urn:microsoft.com/office/officeart/2005/8/layout/orgChart1"/>
    <dgm:cxn modelId="{187F7953-E219-4060-9B52-E4F8EF6BA6CA}" type="presParOf" srcId="{12C75B3B-039F-4254-89BA-5E64CD86B882}" destId="{F4264E85-6A9F-4EEF-A1D7-4FBE59BC589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9F42FE-2C8B-4F83-868C-019DD8D8D1E8}">
      <dsp:nvSpPr>
        <dsp:cNvPr id="0" name=""/>
        <dsp:cNvSpPr/>
      </dsp:nvSpPr>
      <dsp:spPr>
        <a:xfrm>
          <a:off x="8582356" y="1104757"/>
          <a:ext cx="220353" cy="10672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7215"/>
              </a:lnTo>
              <a:lnTo>
                <a:pt x="220353" y="106721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9A71F3-5465-4165-B948-340263259634}">
      <dsp:nvSpPr>
        <dsp:cNvPr id="0" name=""/>
        <dsp:cNvSpPr/>
      </dsp:nvSpPr>
      <dsp:spPr>
        <a:xfrm>
          <a:off x="8582356" y="1104757"/>
          <a:ext cx="220353" cy="4195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9588"/>
              </a:lnTo>
              <a:lnTo>
                <a:pt x="220353" y="41958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F15E0D-1BA9-4EB6-B140-8903CBE114C7}">
      <dsp:nvSpPr>
        <dsp:cNvPr id="0" name=""/>
        <dsp:cNvSpPr/>
      </dsp:nvSpPr>
      <dsp:spPr>
        <a:xfrm>
          <a:off x="6061966" y="456396"/>
          <a:ext cx="3108000" cy="192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10"/>
              </a:lnTo>
              <a:lnTo>
                <a:pt x="3108000" y="96510"/>
              </a:lnTo>
              <a:lnTo>
                <a:pt x="3108000" y="19228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A376A2-05B4-49B4-9A82-4950777E85C8}">
      <dsp:nvSpPr>
        <dsp:cNvPr id="0" name=""/>
        <dsp:cNvSpPr/>
      </dsp:nvSpPr>
      <dsp:spPr>
        <a:xfrm>
          <a:off x="6764459" y="1104757"/>
          <a:ext cx="377672" cy="1714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4841"/>
              </a:lnTo>
              <a:lnTo>
                <a:pt x="377672" y="171484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9F6859-2AC6-4E34-BBAB-30D1FB932A11}">
      <dsp:nvSpPr>
        <dsp:cNvPr id="0" name=""/>
        <dsp:cNvSpPr/>
      </dsp:nvSpPr>
      <dsp:spPr>
        <a:xfrm>
          <a:off x="6764459" y="1104757"/>
          <a:ext cx="377672" cy="10672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7215"/>
              </a:lnTo>
              <a:lnTo>
                <a:pt x="377672" y="106721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6CB50B-F4C4-463B-8D1C-2541F7CACBE6}">
      <dsp:nvSpPr>
        <dsp:cNvPr id="0" name=""/>
        <dsp:cNvSpPr/>
      </dsp:nvSpPr>
      <dsp:spPr>
        <a:xfrm>
          <a:off x="6764459" y="1104757"/>
          <a:ext cx="377672" cy="4195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9588"/>
              </a:lnTo>
              <a:lnTo>
                <a:pt x="377672" y="41958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E93A07-A48A-42E2-9A00-22630077B8AF}">
      <dsp:nvSpPr>
        <dsp:cNvPr id="0" name=""/>
        <dsp:cNvSpPr/>
      </dsp:nvSpPr>
      <dsp:spPr>
        <a:xfrm>
          <a:off x="6061966" y="456396"/>
          <a:ext cx="1290103" cy="192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10"/>
              </a:lnTo>
              <a:lnTo>
                <a:pt x="1290103" y="96510"/>
              </a:lnTo>
              <a:lnTo>
                <a:pt x="1290103" y="19228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5BF3A3-EEA2-4B9E-83BD-87E9E68D0810}">
      <dsp:nvSpPr>
        <dsp:cNvPr id="0" name=""/>
        <dsp:cNvSpPr/>
      </dsp:nvSpPr>
      <dsp:spPr>
        <a:xfrm>
          <a:off x="5637506" y="456396"/>
          <a:ext cx="424459" cy="172619"/>
        </a:xfrm>
        <a:custGeom>
          <a:avLst/>
          <a:gdLst/>
          <a:ahLst/>
          <a:cxnLst/>
          <a:rect l="0" t="0" r="0" b="0"/>
          <a:pathLst>
            <a:path>
              <a:moveTo>
                <a:pt x="424459" y="0"/>
              </a:moveTo>
              <a:lnTo>
                <a:pt x="424459" y="76844"/>
              </a:lnTo>
              <a:lnTo>
                <a:pt x="0" y="76844"/>
              </a:lnTo>
              <a:lnTo>
                <a:pt x="0" y="17261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564ACB-103C-4795-B9A0-D30C4A8EC014}">
      <dsp:nvSpPr>
        <dsp:cNvPr id="0" name=""/>
        <dsp:cNvSpPr/>
      </dsp:nvSpPr>
      <dsp:spPr>
        <a:xfrm>
          <a:off x="3918651" y="1104757"/>
          <a:ext cx="2086278" cy="1542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491"/>
              </a:lnTo>
              <a:lnTo>
                <a:pt x="2086278" y="58491"/>
              </a:lnTo>
              <a:lnTo>
                <a:pt x="2086278" y="15426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8D8399-60EC-4291-BF6F-9AACCCFE6BFA}">
      <dsp:nvSpPr>
        <dsp:cNvPr id="0" name=""/>
        <dsp:cNvSpPr/>
      </dsp:nvSpPr>
      <dsp:spPr>
        <a:xfrm>
          <a:off x="2098271" y="1707669"/>
          <a:ext cx="266373" cy="2082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2013"/>
              </a:lnTo>
              <a:lnTo>
                <a:pt x="266373" y="208201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01A002-0AAB-43C9-A77E-A430F9846B55}">
      <dsp:nvSpPr>
        <dsp:cNvPr id="0" name=""/>
        <dsp:cNvSpPr/>
      </dsp:nvSpPr>
      <dsp:spPr>
        <a:xfrm>
          <a:off x="2098271" y="1707669"/>
          <a:ext cx="308277" cy="1534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4418"/>
              </a:lnTo>
              <a:lnTo>
                <a:pt x="308277" y="153441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3F3A08-E4E8-4DA7-A0DC-9CCA0DEB1D6E}">
      <dsp:nvSpPr>
        <dsp:cNvPr id="0" name=""/>
        <dsp:cNvSpPr/>
      </dsp:nvSpPr>
      <dsp:spPr>
        <a:xfrm>
          <a:off x="2098271" y="1707669"/>
          <a:ext cx="329576" cy="9946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4635"/>
              </a:lnTo>
              <a:lnTo>
                <a:pt x="329576" y="99463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F9FBDD-AD91-4B42-807C-5B14AF203DAC}">
      <dsp:nvSpPr>
        <dsp:cNvPr id="0" name=""/>
        <dsp:cNvSpPr/>
      </dsp:nvSpPr>
      <dsp:spPr>
        <a:xfrm>
          <a:off x="2098271" y="1707669"/>
          <a:ext cx="350874" cy="45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310"/>
              </a:lnTo>
              <a:lnTo>
                <a:pt x="350874" y="450310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B29D7E-B8E3-4E85-9FBB-98102F71C630}">
      <dsp:nvSpPr>
        <dsp:cNvPr id="0" name=""/>
        <dsp:cNvSpPr/>
      </dsp:nvSpPr>
      <dsp:spPr>
        <a:xfrm>
          <a:off x="2809281" y="1104757"/>
          <a:ext cx="1109370" cy="146837"/>
        </a:xfrm>
        <a:custGeom>
          <a:avLst/>
          <a:gdLst/>
          <a:ahLst/>
          <a:cxnLst/>
          <a:rect l="0" t="0" r="0" b="0"/>
          <a:pathLst>
            <a:path>
              <a:moveTo>
                <a:pt x="1109370" y="0"/>
              </a:moveTo>
              <a:lnTo>
                <a:pt x="1109370" y="51062"/>
              </a:lnTo>
              <a:lnTo>
                <a:pt x="0" y="51062"/>
              </a:lnTo>
              <a:lnTo>
                <a:pt x="0" y="14683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2D9E55-8AA2-464C-B32B-0BAB957890BC}">
      <dsp:nvSpPr>
        <dsp:cNvPr id="0" name=""/>
        <dsp:cNvSpPr/>
      </dsp:nvSpPr>
      <dsp:spPr>
        <a:xfrm>
          <a:off x="3913499" y="1724138"/>
          <a:ext cx="91440" cy="3835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3577"/>
              </a:lnTo>
              <a:lnTo>
                <a:pt x="73545" y="38357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69AA4D-FFBA-4062-8387-9E8CF326465E}">
      <dsp:nvSpPr>
        <dsp:cNvPr id="0" name=""/>
        <dsp:cNvSpPr/>
      </dsp:nvSpPr>
      <dsp:spPr>
        <a:xfrm>
          <a:off x="3918651" y="1104757"/>
          <a:ext cx="574759" cy="163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531"/>
              </a:lnTo>
              <a:lnTo>
                <a:pt x="574759" y="67531"/>
              </a:lnTo>
              <a:lnTo>
                <a:pt x="574759" y="16330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BBE7D5-902F-40E3-9E70-EBDEF02E2E7E}">
      <dsp:nvSpPr>
        <dsp:cNvPr id="0" name=""/>
        <dsp:cNvSpPr/>
      </dsp:nvSpPr>
      <dsp:spPr>
        <a:xfrm>
          <a:off x="3918651" y="456396"/>
          <a:ext cx="2143315" cy="192285"/>
        </a:xfrm>
        <a:custGeom>
          <a:avLst/>
          <a:gdLst/>
          <a:ahLst/>
          <a:cxnLst/>
          <a:rect l="0" t="0" r="0" b="0"/>
          <a:pathLst>
            <a:path>
              <a:moveTo>
                <a:pt x="2143315" y="0"/>
              </a:moveTo>
              <a:lnTo>
                <a:pt x="2143315" y="96510"/>
              </a:lnTo>
              <a:lnTo>
                <a:pt x="0" y="96510"/>
              </a:lnTo>
              <a:lnTo>
                <a:pt x="0" y="19228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ADF624-2980-4B16-AB10-52C4484AF6A9}">
      <dsp:nvSpPr>
        <dsp:cNvPr id="0" name=""/>
        <dsp:cNvSpPr/>
      </dsp:nvSpPr>
      <dsp:spPr>
        <a:xfrm>
          <a:off x="5279291" y="321"/>
          <a:ext cx="1565349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VINEET DEORE </a:t>
          </a:r>
          <a:endParaRPr lang="en-IN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279291" y="321"/>
        <a:ext cx="1565349" cy="456074"/>
      </dsp:txXfrm>
    </dsp:sp>
    <dsp:sp modelId="{91324D72-E680-4639-B4C5-4F4FB55D84F0}">
      <dsp:nvSpPr>
        <dsp:cNvPr id="0" name=""/>
        <dsp:cNvSpPr/>
      </dsp:nvSpPr>
      <dsp:spPr>
        <a:xfrm>
          <a:off x="3184133" y="648682"/>
          <a:ext cx="1469035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SAGAR WAVHAL</a:t>
          </a:r>
        </a:p>
      </dsp:txBody>
      <dsp:txXfrm>
        <a:off x="3184133" y="648682"/>
        <a:ext cx="1469035" cy="456074"/>
      </dsp:txXfrm>
    </dsp:sp>
    <dsp:sp modelId="{4522FD23-4536-4C18-865F-3CE2DDE6B179}">
      <dsp:nvSpPr>
        <dsp:cNvPr id="0" name=""/>
        <dsp:cNvSpPr/>
      </dsp:nvSpPr>
      <dsp:spPr>
        <a:xfrm>
          <a:off x="3825671" y="1268063"/>
          <a:ext cx="1335478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ANUSHKA MUDHOLKAR</a:t>
          </a:r>
        </a:p>
      </dsp:txBody>
      <dsp:txXfrm>
        <a:off x="3825671" y="1268063"/>
        <a:ext cx="1335478" cy="456074"/>
      </dsp:txXfrm>
    </dsp:sp>
    <dsp:sp modelId="{6BDC2A84-0C43-4A99-BF85-B85C2FD56C86}">
      <dsp:nvSpPr>
        <dsp:cNvPr id="0" name=""/>
        <dsp:cNvSpPr/>
      </dsp:nvSpPr>
      <dsp:spPr>
        <a:xfrm>
          <a:off x="3987044" y="1879678"/>
          <a:ext cx="1182766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VRUSHALI PATIL</a:t>
          </a:r>
          <a:endParaRPr lang="en-IN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987044" y="1879678"/>
        <a:ext cx="1182766" cy="456074"/>
      </dsp:txXfrm>
    </dsp:sp>
    <dsp:sp modelId="{90147ADB-49BA-4F0C-A212-BEE42E250C5A}">
      <dsp:nvSpPr>
        <dsp:cNvPr id="0" name=""/>
        <dsp:cNvSpPr/>
      </dsp:nvSpPr>
      <dsp:spPr>
        <a:xfrm>
          <a:off x="1920519" y="1251595"/>
          <a:ext cx="1777524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KANCHAN GHANEKAR</a:t>
          </a:r>
        </a:p>
      </dsp:txBody>
      <dsp:txXfrm>
        <a:off x="1920519" y="1251595"/>
        <a:ext cx="1777524" cy="456074"/>
      </dsp:txXfrm>
    </dsp:sp>
    <dsp:sp modelId="{CFAB088B-A634-4C04-A4D4-69B010F74345}">
      <dsp:nvSpPr>
        <dsp:cNvPr id="0" name=""/>
        <dsp:cNvSpPr/>
      </dsp:nvSpPr>
      <dsp:spPr>
        <a:xfrm flipH="1">
          <a:off x="2449146" y="1929942"/>
          <a:ext cx="1211043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DIPALI GIRI</a:t>
          </a:r>
          <a:endParaRPr lang="en-US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449146" y="1929942"/>
        <a:ext cx="1211043" cy="456074"/>
      </dsp:txXfrm>
    </dsp:sp>
    <dsp:sp modelId="{067C0526-4922-4C8B-B165-339A724F871B}">
      <dsp:nvSpPr>
        <dsp:cNvPr id="0" name=""/>
        <dsp:cNvSpPr/>
      </dsp:nvSpPr>
      <dsp:spPr>
        <a:xfrm>
          <a:off x="2427847" y="2474268"/>
          <a:ext cx="1226805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KANCHAN NAIR</a:t>
          </a:r>
          <a:endParaRPr lang="en-US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427847" y="2474268"/>
        <a:ext cx="1226805" cy="456074"/>
      </dsp:txXfrm>
    </dsp:sp>
    <dsp:sp modelId="{AE5075F3-90C3-4C37-87D1-28C61F6C26CE}">
      <dsp:nvSpPr>
        <dsp:cNvPr id="0" name=""/>
        <dsp:cNvSpPr/>
      </dsp:nvSpPr>
      <dsp:spPr>
        <a:xfrm>
          <a:off x="2406548" y="3014051"/>
          <a:ext cx="1258748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MONICA MHATRE</a:t>
          </a:r>
          <a:endParaRPr lang="en-US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406548" y="3014051"/>
        <a:ext cx="1258748" cy="456074"/>
      </dsp:txXfrm>
    </dsp:sp>
    <dsp:sp modelId="{C6D338CD-AE2A-475D-87D2-6D3A2FF8C150}">
      <dsp:nvSpPr>
        <dsp:cNvPr id="0" name=""/>
        <dsp:cNvSpPr/>
      </dsp:nvSpPr>
      <dsp:spPr>
        <a:xfrm>
          <a:off x="2364644" y="3561646"/>
          <a:ext cx="1301820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ANANYA KAMTEKAR</a:t>
          </a:r>
          <a:endParaRPr lang="en-US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364644" y="3561646"/>
        <a:ext cx="1301820" cy="456074"/>
      </dsp:txXfrm>
    </dsp:sp>
    <dsp:sp modelId="{12431074-D9A6-4F7F-A353-8356FF4134B4}">
      <dsp:nvSpPr>
        <dsp:cNvPr id="0" name=""/>
        <dsp:cNvSpPr/>
      </dsp:nvSpPr>
      <dsp:spPr>
        <a:xfrm>
          <a:off x="5305771" y="1259024"/>
          <a:ext cx="1398316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PRIYANKA KAMATH</a:t>
          </a:r>
          <a:endParaRPr lang="en-US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305771" y="1259024"/>
        <a:ext cx="1398316" cy="456074"/>
      </dsp:txXfrm>
    </dsp:sp>
    <dsp:sp modelId="{7FF2B4B9-5C30-4D93-BBA6-29DF8B88CBBB}">
      <dsp:nvSpPr>
        <dsp:cNvPr id="0" name=""/>
        <dsp:cNvSpPr/>
      </dsp:nvSpPr>
      <dsp:spPr>
        <a:xfrm>
          <a:off x="4969767" y="629016"/>
          <a:ext cx="1335478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RUPALI SHIRODKAR</a:t>
          </a:r>
        </a:p>
      </dsp:txBody>
      <dsp:txXfrm>
        <a:off x="4969767" y="629016"/>
        <a:ext cx="1335478" cy="456074"/>
      </dsp:txXfrm>
    </dsp:sp>
    <dsp:sp modelId="{940B7165-F49B-4C73-AEB8-2FCC615F667D}">
      <dsp:nvSpPr>
        <dsp:cNvPr id="0" name=""/>
        <dsp:cNvSpPr/>
      </dsp:nvSpPr>
      <dsp:spPr>
        <a:xfrm>
          <a:off x="6617557" y="648682"/>
          <a:ext cx="1469026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ROSHAN SAWANT</a:t>
          </a:r>
        </a:p>
      </dsp:txBody>
      <dsp:txXfrm>
        <a:off x="6617557" y="648682"/>
        <a:ext cx="1469026" cy="456074"/>
      </dsp:txXfrm>
    </dsp:sp>
    <dsp:sp modelId="{76986AE3-EE48-455B-B1D7-E73BE492E34E}">
      <dsp:nvSpPr>
        <dsp:cNvPr id="0" name=""/>
        <dsp:cNvSpPr/>
      </dsp:nvSpPr>
      <dsp:spPr>
        <a:xfrm>
          <a:off x="7142132" y="1296308"/>
          <a:ext cx="1108389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RAJAN YADAV</a:t>
          </a:r>
        </a:p>
      </dsp:txBody>
      <dsp:txXfrm>
        <a:off x="7142132" y="1296308"/>
        <a:ext cx="1108389" cy="456074"/>
      </dsp:txXfrm>
    </dsp:sp>
    <dsp:sp modelId="{873AED58-D9B7-4C2D-92D7-242F9038524E}">
      <dsp:nvSpPr>
        <dsp:cNvPr id="0" name=""/>
        <dsp:cNvSpPr/>
      </dsp:nvSpPr>
      <dsp:spPr>
        <a:xfrm>
          <a:off x="7142132" y="1943935"/>
          <a:ext cx="1128621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MADHU PRASAD</a:t>
          </a:r>
        </a:p>
      </dsp:txBody>
      <dsp:txXfrm>
        <a:off x="7142132" y="1943935"/>
        <a:ext cx="1128621" cy="456074"/>
      </dsp:txXfrm>
    </dsp:sp>
    <dsp:sp modelId="{B469CB0C-C455-45F0-A722-FB9A3FB0FF84}">
      <dsp:nvSpPr>
        <dsp:cNvPr id="0" name=""/>
        <dsp:cNvSpPr/>
      </dsp:nvSpPr>
      <dsp:spPr>
        <a:xfrm>
          <a:off x="7142132" y="2591561"/>
          <a:ext cx="1069030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KIRAN MAHAJAN</a:t>
          </a:r>
          <a:endParaRPr lang="en-US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7142132" y="2591561"/>
        <a:ext cx="1069030" cy="456074"/>
      </dsp:txXfrm>
    </dsp:sp>
    <dsp:sp modelId="{C6C69097-43E8-4BBC-B708-5EFB676F841C}">
      <dsp:nvSpPr>
        <dsp:cNvPr id="0" name=""/>
        <dsp:cNvSpPr/>
      </dsp:nvSpPr>
      <dsp:spPr>
        <a:xfrm>
          <a:off x="8435453" y="648682"/>
          <a:ext cx="1469026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PRASHANT MEMANE </a:t>
          </a:r>
        </a:p>
      </dsp:txBody>
      <dsp:txXfrm>
        <a:off x="8435453" y="648682"/>
        <a:ext cx="1469026" cy="456074"/>
      </dsp:txXfrm>
    </dsp:sp>
    <dsp:sp modelId="{67A0BCE0-33EB-4C2C-8769-A3FC48DDAA37}">
      <dsp:nvSpPr>
        <dsp:cNvPr id="0" name=""/>
        <dsp:cNvSpPr/>
      </dsp:nvSpPr>
      <dsp:spPr>
        <a:xfrm>
          <a:off x="8802710" y="1296308"/>
          <a:ext cx="912149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AMIN KHAN</a:t>
          </a:r>
        </a:p>
      </dsp:txBody>
      <dsp:txXfrm>
        <a:off x="8802710" y="1296308"/>
        <a:ext cx="912149" cy="456074"/>
      </dsp:txXfrm>
    </dsp:sp>
    <dsp:sp modelId="{B6C5A08C-3E88-44F7-9021-92FF590D056D}">
      <dsp:nvSpPr>
        <dsp:cNvPr id="0" name=""/>
        <dsp:cNvSpPr/>
      </dsp:nvSpPr>
      <dsp:spPr>
        <a:xfrm>
          <a:off x="8802710" y="1943935"/>
          <a:ext cx="912149" cy="456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MADHU</a:t>
          </a:r>
          <a:endParaRPr lang="en-IN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8802710" y="1943935"/>
        <a:ext cx="912149" cy="4560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0B9EA-E818-4811-9AAA-A69501B7C2A6}">
      <dsp:nvSpPr>
        <dsp:cNvPr id="0" name=""/>
        <dsp:cNvSpPr/>
      </dsp:nvSpPr>
      <dsp:spPr>
        <a:xfrm>
          <a:off x="332326" y="172"/>
          <a:ext cx="1558152" cy="3839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PANKAJ GUPTA</a:t>
          </a:r>
        </a:p>
      </dsp:txBody>
      <dsp:txXfrm>
        <a:off x="332326" y="172"/>
        <a:ext cx="1558152" cy="383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80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90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54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377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599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42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4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019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99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85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39F3A-8953-4C56-A30F-54AD7A9C3C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6C02F9D-95A5-4F26-8A1B-05750579088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60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Human resource  and Administration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2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538163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Organization Chart of HR and Administration (Head Office)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CB75F8-2683-E645-D4D2-9EF559B1352C}"/>
              </a:ext>
            </a:extLst>
          </p:cNvPr>
          <p:cNvGrpSpPr/>
          <p:nvPr/>
        </p:nvGrpSpPr>
        <p:grpSpPr>
          <a:xfrm>
            <a:off x="143773" y="1298200"/>
            <a:ext cx="11779045" cy="4947424"/>
            <a:chOff x="385894" y="286430"/>
            <a:chExt cx="9513115" cy="6248594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8DB7E0E4-D860-2C88-27E4-69024CC82BA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03930095"/>
                </p:ext>
              </p:extLst>
            </p:nvPr>
          </p:nvGraphicFramePr>
          <p:xfrm>
            <a:off x="385894" y="1048624"/>
            <a:ext cx="9513115" cy="54864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3D7FBDC8-EBEA-7365-D14B-65D9A7F287B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36161328"/>
                </p:ext>
              </p:extLst>
            </p:nvPr>
          </p:nvGraphicFramePr>
          <p:xfrm>
            <a:off x="4406637" y="286430"/>
            <a:ext cx="1795205" cy="48535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1A23C1-D475-E3C3-4CED-B9B1E0230855}"/>
                </a:ext>
              </a:extLst>
            </p:cNvPr>
            <p:cNvCxnSpPr/>
            <p:nvPr/>
          </p:nvCxnSpPr>
          <p:spPr>
            <a:xfrm>
              <a:off x="5304240" y="771787"/>
              <a:ext cx="0" cy="2768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3142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317096"/>
              </p:ext>
            </p:extLst>
          </p:nvPr>
        </p:nvGraphicFramePr>
        <p:xfrm>
          <a:off x="0" y="480264"/>
          <a:ext cx="12192000" cy="6377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379">
                  <a:extLst>
                    <a:ext uri="{9D8B030D-6E8A-4147-A177-3AD203B41FA5}">
                      <a16:colId xmlns:a16="http://schemas.microsoft.com/office/drawing/2014/main" val="3338728384"/>
                    </a:ext>
                  </a:extLst>
                </a:gridCol>
                <a:gridCol w="2240092">
                  <a:extLst>
                    <a:ext uri="{9D8B030D-6E8A-4147-A177-3AD203B41FA5}">
                      <a16:colId xmlns:a16="http://schemas.microsoft.com/office/drawing/2014/main" val="2019112002"/>
                    </a:ext>
                  </a:extLst>
                </a:gridCol>
                <a:gridCol w="7018529">
                  <a:extLst>
                    <a:ext uri="{9D8B030D-6E8A-4147-A177-3AD203B41FA5}">
                      <a16:colId xmlns:a16="http://schemas.microsoft.com/office/drawing/2014/main" val="439113347"/>
                    </a:ext>
                  </a:extLst>
                </a:gridCol>
              </a:tblGrid>
              <a:tr h="269967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KPI’s</a:t>
                      </a:r>
                      <a:endParaRPr lang="en-US" sz="1100" kern="1200" baseline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Weightage</a:t>
                      </a:r>
                      <a:endParaRPr lang="en-US" sz="1100" kern="1200" baseline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 </a:t>
                      </a:r>
                      <a:r>
                        <a:rPr lang="en-US" sz="1100" kern="1200" baseline="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2026-27</a:t>
                      </a:r>
                      <a:endParaRPr lang="en-US" sz="1100" kern="1200" baseline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535047"/>
                  </a:ext>
                </a:extLst>
              </a:tr>
              <a:tr h="6661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Recruitment &amp; Selection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Position Closures: Complete the closure of 23 open positions before the end of Q2 2026-27. Bina positions to be closed by July 2026.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Hiring of new personal for recruitment to fit at second level.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Automation of Recruitment system. Addition of search engines along with an additional resource for recruitment.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95129963"/>
                  </a:ext>
                </a:extLst>
              </a:tr>
              <a:tr h="12448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Statutory Compliances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 </a:t>
                      </a:r>
                      <a:endParaRPr lang="en-US" sz="105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Monthly Compliances: Ensure all project compliances are brought up to date on a monthly basis.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HR Compliance Holds: Achieve zero balance held for HR compliances in Projects 48, 59, and 67 by July 2026. All other projects must maintain their current zero-hold status.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 Visits: Conduct 1-2 monthly visits to project sites.</a:t>
                      </a:r>
                      <a:endParaRPr lang="en-US" sz="105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Monthly meetings with site HR team </a:t>
                      </a:r>
                      <a:r>
                        <a:rPr lang="en-US" sz="1050" kern="1200" baseline="0" dirty="0" err="1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wef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June 2026.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BPCL BINA Project: Maintain zero non-compliance for monthly submissions, labor camps, and indirect compliances. Contractor, staff, and labor MIS reports must be released monthly starting June 2026.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922633"/>
                  </a:ext>
                </a:extLst>
              </a:tr>
              <a:tr h="7511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Payroll &amp; Audit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  <a:endParaRPr lang="en-US" sz="105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Observe TAT’s for Payroll audits, A&amp;F reports, Payroll MIS.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CTC restructuring, EMC inputs on Taxation to be included Inclusion of NPS, Food Coupons.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Observe Compliances every month based on new wage codes for JNKI, JNKG, JNKR, FTE, TPE and consultants.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Observe 7</a:t>
                      </a:r>
                      <a:r>
                        <a:rPr lang="en-US" sz="1050" kern="1200" baseline="3000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of every month as deadline for Contract labor payments and 14</a:t>
                      </a:r>
                      <a:r>
                        <a:rPr lang="en-US" sz="1050" kern="1200" baseline="3000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for compliances. </a:t>
                      </a:r>
                      <a:endParaRPr lang="en-US" sz="105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118710"/>
                  </a:ext>
                </a:extLst>
              </a:tr>
              <a:tr h="4994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Training &amp; Development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US" sz="105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HO and Sites: Each person at Head Office and across all sites must complete 10 hours of training (5 training sessions).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Observe specific trainings for top rated employees in PMS 2025-26</a:t>
                      </a:r>
                      <a:endParaRPr lang="en-US" sz="105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5244563"/>
                  </a:ext>
                </a:extLst>
              </a:tr>
              <a:tr h="9155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Performance 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Management and Employee life cycle management </a:t>
                      </a:r>
                      <a:endParaRPr lang="en-US" sz="105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  <a:endParaRPr lang="en-US" sz="105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PMS policy and process to be finalized by July 2026.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PMS process to be started in first week of February 2026 and process to be completed by 31</a:t>
                      </a:r>
                      <a:r>
                        <a:rPr lang="en-US" sz="1050" kern="1200" baseline="3000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March 2027.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PMS automation to be observed within HRMS.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Observing TAT’s for the rolled out policies and SOP’s.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Standard timeline and protocols for all types of employment.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350581"/>
                  </a:ext>
                </a:extLst>
              </a:tr>
              <a:tr h="25822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KRA’s</a:t>
                      </a:r>
                      <a:endParaRPr lang="en-US" sz="105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Weightage</a:t>
                      </a:r>
                      <a:endParaRPr lang="en-US" sz="105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 2025-26</a:t>
                      </a:r>
                      <a:endParaRPr lang="en-US" sz="105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011428"/>
                  </a:ext>
                </a:extLst>
              </a:tr>
              <a:tr h="7511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Policy Management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Finalization of Code of Conduct, Anti Bribery, Workplace violence, Off-duty conduct and workplace discipline policy by 2</a:t>
                      </a:r>
                      <a:r>
                        <a:rPr lang="en-US" sz="1050" kern="1200" baseline="3000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nd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quarter.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Implementation of policies and procedures to be observed.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 operational policies to be finalized by July 2026. </a:t>
                      </a:r>
                      <a:endParaRPr lang="en-US" sz="105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270759"/>
                  </a:ext>
                </a:extLst>
              </a:tr>
              <a:tr h="7511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HO/ Site &amp; Shop Administration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  <a:endParaRPr lang="en-US" sz="105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Compliant every 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HR team: Site HR team rotation and deputation.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Monthly team meeting with Admin staff.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 administration MIS to be finalized and released monthly </a:t>
                      </a:r>
                      <a:r>
                        <a:rPr lang="en-US" sz="1050" kern="1200" baseline="0" dirty="0" err="1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wef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July 26</a:t>
                      </a:r>
                      <a:endParaRPr lang="en-US" sz="105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974729"/>
                  </a:ext>
                </a:extLst>
              </a:tr>
              <a:tr h="269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lang="en-US" sz="110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</a:t>
                      </a:r>
                      <a:endParaRPr lang="en-US" sz="110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530538"/>
                  </a:ext>
                </a:extLst>
              </a:tr>
            </a:tbl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153836" y="0"/>
            <a:ext cx="10515600" cy="3335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KPI’s of VINEET DEORE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84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342" y="48825"/>
            <a:ext cx="10289877" cy="359492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KPI’s of </a:t>
            </a:r>
            <a:r>
              <a:rPr lang="en-US" sz="1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Sagar </a:t>
            </a:r>
            <a:r>
              <a:rPr lang="en-US" sz="18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Wavwal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401755"/>
              </p:ext>
            </p:extLst>
          </p:nvPr>
        </p:nvGraphicFramePr>
        <p:xfrm>
          <a:off x="774579" y="362309"/>
          <a:ext cx="10695039" cy="5743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9324">
                  <a:extLst>
                    <a:ext uri="{9D8B030D-6E8A-4147-A177-3AD203B41FA5}">
                      <a16:colId xmlns:a16="http://schemas.microsoft.com/office/drawing/2014/main" val="1439572632"/>
                    </a:ext>
                  </a:extLst>
                </a:gridCol>
                <a:gridCol w="1941420">
                  <a:extLst>
                    <a:ext uri="{9D8B030D-6E8A-4147-A177-3AD203B41FA5}">
                      <a16:colId xmlns:a16="http://schemas.microsoft.com/office/drawing/2014/main" val="737078439"/>
                    </a:ext>
                  </a:extLst>
                </a:gridCol>
                <a:gridCol w="5514295">
                  <a:extLst>
                    <a:ext uri="{9D8B030D-6E8A-4147-A177-3AD203B41FA5}">
                      <a16:colId xmlns:a16="http://schemas.microsoft.com/office/drawing/2014/main" val="3085357600"/>
                    </a:ext>
                  </a:extLst>
                </a:gridCol>
              </a:tblGrid>
              <a:tr h="190072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KPI’s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Weightage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2026-27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224685"/>
                  </a:ext>
                </a:extLst>
              </a:tr>
              <a:tr h="13148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Recruitment &amp; Selection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Position Closures: Complete the closure of 23 open positions before the end of Q2 2026-27.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BINA Project: Finalize and close all BINA hiring by July 2026.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Hiring of new personal for recruitment to fit at second level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Implement </a:t>
                      </a:r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Naukri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and LinkedIn logins as our internal search engines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Improve recruitment and selection database management and amend the current manpower planning report.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(Monthly reporting)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Observing exits within 6 months of hiring 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5139238"/>
                  </a:ext>
                </a:extLst>
              </a:tr>
              <a:tr h="9876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Training &amp; Development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Training Calendar: Ensure 100% adherence to the established training calendar.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HO and Sites: Each person at Head Office and across all sites must complete 10 hours of training (5 training sessions).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Performance-Based Planning: Develop the 2026-27 training plans for employees rated 4 and 5 by June 2026.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Ensuring 100% adherence of Employee engagement and event plan. 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50526320"/>
                  </a:ext>
                </a:extLst>
              </a:tr>
              <a:tr h="74355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Employee Life-Cycle Management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 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Observing TAT’s for the rolled out policies and SOP’s.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Standard timeline and protocols for all types of employment.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Standard plan of GAT hiring (Campus, Training, Rotation) by 2nd quarter of 2026.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baseline="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Observing TAT’s in Confirmation, Appointment, PIP and Exits. 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324393"/>
                  </a:ext>
                </a:extLst>
              </a:tr>
              <a:tr h="907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HO Administration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Compliances of HO monitoring.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Rent agreements, Insurances, AMC’s, Licenses, Assets, Infrastructure check. Record keeping and release with dashboard. 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Admin Staff management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Administration dashboard to be finalized by 2</a:t>
                      </a:r>
                      <a:r>
                        <a:rPr lang="en-US" sz="1100" kern="1200" baseline="3000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nd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quarter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908240"/>
                  </a:ext>
                </a:extLst>
              </a:tr>
              <a:tr h="579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Policy Management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Finalization of Code of Conduct, Anti Bribery, Workplace violence, Off-duty conduct and workplace discipline policy by 2</a:t>
                      </a:r>
                      <a:r>
                        <a:rPr lang="en-US" sz="1100" kern="1200" baseline="3000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nd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quarter. </a:t>
                      </a: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Implementation of policies and procedures to be observed.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15540"/>
                  </a:ext>
                </a:extLst>
              </a:tr>
              <a:tr h="5798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HR MIS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Common HR dashboard to be finalized by July 2026. To be released monthly July onwards. 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010392"/>
                  </a:ext>
                </a:extLst>
              </a:tr>
              <a:tr h="2528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lang="en-US" sz="110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</a:t>
                      </a:r>
                      <a:endParaRPr lang="en-US" sz="110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971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3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90" y="66076"/>
            <a:ext cx="10515600" cy="618286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w Cen MT" panose="020B0602020104020603" pitchFamily="34" charset="0"/>
              </a:rPr>
              <a:t>KPI’s of Kanchan Ghanekar</a:t>
            </a:r>
            <a:br>
              <a:rPr lang="en-US" sz="1800" b="1" dirty="0">
                <a:latin typeface="Tw Cen MT" panose="020B0602020104020603" pitchFamily="34" charset="0"/>
              </a:rPr>
            </a:br>
            <a:endParaRPr lang="en-US" sz="1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596210"/>
              </p:ext>
            </p:extLst>
          </p:nvPr>
        </p:nvGraphicFramePr>
        <p:xfrm>
          <a:off x="573657" y="497196"/>
          <a:ext cx="10611927" cy="5248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733">
                  <a:extLst>
                    <a:ext uri="{9D8B030D-6E8A-4147-A177-3AD203B41FA5}">
                      <a16:colId xmlns:a16="http://schemas.microsoft.com/office/drawing/2014/main" val="2680684094"/>
                    </a:ext>
                  </a:extLst>
                </a:gridCol>
                <a:gridCol w="1928828">
                  <a:extLst>
                    <a:ext uri="{9D8B030D-6E8A-4147-A177-3AD203B41FA5}">
                      <a16:colId xmlns:a16="http://schemas.microsoft.com/office/drawing/2014/main" val="1639136619"/>
                    </a:ext>
                  </a:extLst>
                </a:gridCol>
                <a:gridCol w="5921366">
                  <a:extLst>
                    <a:ext uri="{9D8B030D-6E8A-4147-A177-3AD203B41FA5}">
                      <a16:colId xmlns:a16="http://schemas.microsoft.com/office/drawing/2014/main" val="1307137879"/>
                    </a:ext>
                  </a:extLst>
                </a:gridCol>
              </a:tblGrid>
              <a:tr h="4410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KPI’s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Weightage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  <a:r>
                        <a:rPr lang="en-US" sz="1400" b="1" baseline="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2026-27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166573"/>
                  </a:ext>
                </a:extLst>
              </a:tr>
              <a:tr h="12873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Recruitment &amp; Selection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US" sz="11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Position Closures: Complete the closure of 23 open positions before the end of Q2 2026-27.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BINA Project: Finalize and close all BINA hiring by July 2026.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JD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depository (Updates on JD’s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). Release along with dashboard. </a:t>
                      </a: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Improve recruitment and selection database management and amend the current manpower planning report. (Monthly reporting)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Defined Recruitment policy to be observed and SOP to be followed.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Resume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Database. 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193658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Training &amp; Development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  <a:endParaRPr lang="en-US" sz="11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 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 of the training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calendar to be followed.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be released monthly.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T&amp;D MIS to be shared monthly with HOD’s to track employee wise training.     </a:t>
                      </a: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HO and Sites: Each person at Head Office and across all sites must complete 10 hours of training (5 training sessions).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Other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external trainings for TM and SM levels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33625735"/>
                  </a:ext>
                </a:extLst>
              </a:tr>
              <a:tr h="693164">
                <a:tc>
                  <a:txBody>
                    <a:bodyPr/>
                    <a:lstStyle/>
                    <a:p>
                      <a:pPr algn="ctr" fontAlgn="ctr">
                        <a:buClr>
                          <a:srgbClr val="000000"/>
                        </a:buClr>
                        <a:buSzPts val="11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Employee Engagement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  <a:endParaRPr lang="en-US" sz="11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Finalization of engagement calendar by end of July 2025.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Monthly MIS reports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ESS survey twice a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year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Ensuring 100% adherence of Employee engagement and event plan in single MIS by July 26.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739590"/>
                  </a:ext>
                </a:extLst>
              </a:tr>
              <a:tr h="891211">
                <a:tc>
                  <a:txBody>
                    <a:bodyPr/>
                    <a:lstStyle/>
                    <a:p>
                      <a:pPr algn="ctr" fontAlgn="ctr">
                        <a:buClr>
                          <a:srgbClr val="000000"/>
                        </a:buClr>
                        <a:buSzPts val="11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HO Office Administration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  <a:endParaRPr lang="en-US" sz="11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Rent agreements, Insurances, AMC’s, Licenses, </a:t>
                      </a:r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Assetts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Infrastructure check. Record keeping and release with dashboard.  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Compliances of HO monitoring.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Admin Staff management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Administration dashboard to be finalized by 2</a:t>
                      </a:r>
                      <a:r>
                        <a:rPr lang="en-US" sz="1100" kern="1200" baseline="3000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nd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quarter.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Medical check data, Mediclaim, term </a:t>
                      </a:r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plan,MIS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to be maintained and released.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Reimbursement of food and travel of HO staff to be maintained in MIS. Policy to be finalized. </a:t>
                      </a: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Plan for new office. Develop infrastructure policy by August 2026.</a:t>
                      </a: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342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496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359" y="311353"/>
            <a:ext cx="2771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w Cen MT" panose="020B0602020104020603" pitchFamily="34" charset="0"/>
              </a:rPr>
              <a:t>KPI’s </a:t>
            </a:r>
            <a:r>
              <a:rPr lang="en-US" b="1" dirty="0" smtClean="0">
                <a:latin typeface="Tw Cen MT" panose="020B0602020104020603" pitchFamily="34" charset="0"/>
              </a:rPr>
              <a:t>of ROSHAN SAWANT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471318"/>
              </p:ext>
            </p:extLst>
          </p:nvPr>
        </p:nvGraphicFramePr>
        <p:xfrm>
          <a:off x="931049" y="734949"/>
          <a:ext cx="9621934" cy="44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427">
                  <a:extLst>
                    <a:ext uri="{9D8B030D-6E8A-4147-A177-3AD203B41FA5}">
                      <a16:colId xmlns:a16="http://schemas.microsoft.com/office/drawing/2014/main" val="2968338276"/>
                    </a:ext>
                  </a:extLst>
                </a:gridCol>
                <a:gridCol w="1283582">
                  <a:extLst>
                    <a:ext uri="{9D8B030D-6E8A-4147-A177-3AD203B41FA5}">
                      <a16:colId xmlns:a16="http://schemas.microsoft.com/office/drawing/2014/main" val="2305057983"/>
                    </a:ext>
                  </a:extLst>
                </a:gridCol>
                <a:gridCol w="5217925">
                  <a:extLst>
                    <a:ext uri="{9D8B030D-6E8A-4147-A177-3AD203B41FA5}">
                      <a16:colId xmlns:a16="http://schemas.microsoft.com/office/drawing/2014/main" val="4063613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KPI’s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Weightage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  <a:r>
                        <a:rPr lang="en-US" sz="1400" b="1" baseline="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2026-27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670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7Payroll </a:t>
                      </a:r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&amp; Audit</a:t>
                      </a: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Observe TAT’s for Payroll audits, A&amp;F reports, Payroll MIS. (TAT’s to be documented)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Observe Compliances every month based on new wage codes for JNKI, JNKG, JNKR, FTE, TPE and consultants.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Observe 7</a:t>
                      </a:r>
                      <a:r>
                        <a:rPr lang="en-US" sz="1100" kern="1200" baseline="3000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of every month as deadline for Contract labor payments and 14</a:t>
                      </a:r>
                      <a:r>
                        <a:rPr lang="en-US" sz="1100" kern="1200" baseline="3000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for compliances. 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00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Statutory Compliances – Site, Shops and HO</a:t>
                      </a: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</a:p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Monthly Compliances: Ensure all project compliances are brought up to date on a monthly basis.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HR Compliance Holds: Achieve zero balance held for HR compliances in Projects 48, 59, 60 and 67 by July 2026. All other projects must maintain their current zero-hold status.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Monthly Project compliance tracker</a:t>
                      </a:r>
                      <a:r>
                        <a:rPr lang="en-US" sz="11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to be maintained and released. </a:t>
                      </a:r>
                      <a:endParaRPr lang="en-US" sz="110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Annual compliance</a:t>
                      </a:r>
                      <a:r>
                        <a:rPr lang="en-US" sz="11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return tracker to be established by July 2026. (part of HR dashboard). </a:t>
                      </a:r>
                      <a:endParaRPr lang="en-US" sz="110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08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 &amp; Shop Administration</a:t>
                      </a: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Compliant every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Monthly team meeting with Admin staff.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 administration MIS to be finalized and released monthly </a:t>
                      </a:r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wef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July 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522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Performance Management</a:t>
                      </a: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 setting by March 15, 2025, Completion of reviews by March 15, 26.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PMS process to be started in first week of February 2026 and process to be completed by 31</a:t>
                      </a:r>
                      <a:r>
                        <a:rPr lang="en-US" sz="1100" kern="1200" baseline="3000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March 2027.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367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lang="en-US" sz="110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</a:t>
                      </a:r>
                      <a:endParaRPr lang="en-US" sz="110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265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012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w Cen MT" panose="020B0602020104020603" pitchFamily="34" charset="0"/>
              </a:rPr>
              <a:t>KPI’s of </a:t>
            </a:r>
            <a:r>
              <a:rPr lang="en-US" sz="1800" b="1" dirty="0" smtClean="0">
                <a:latin typeface="Tw Cen MT" panose="020B0602020104020603" pitchFamily="34" charset="0"/>
              </a:rPr>
              <a:t>Anushka Mudholkar</a:t>
            </a:r>
            <a:endParaRPr lang="en-US" sz="1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617056"/>
              </p:ext>
            </p:extLst>
          </p:nvPr>
        </p:nvGraphicFramePr>
        <p:xfrm>
          <a:off x="954656" y="1070179"/>
          <a:ext cx="10110158" cy="4217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845">
                  <a:extLst>
                    <a:ext uri="{9D8B030D-6E8A-4147-A177-3AD203B41FA5}">
                      <a16:colId xmlns:a16="http://schemas.microsoft.com/office/drawing/2014/main" val="2968338276"/>
                    </a:ext>
                  </a:extLst>
                </a:gridCol>
                <a:gridCol w="2214113">
                  <a:extLst>
                    <a:ext uri="{9D8B030D-6E8A-4147-A177-3AD203B41FA5}">
                      <a16:colId xmlns:a16="http://schemas.microsoft.com/office/drawing/2014/main" val="4285968371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567331636"/>
                    </a:ext>
                  </a:extLst>
                </a:gridCol>
              </a:tblGrid>
              <a:tr h="3100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KPI's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Weightage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Target</a:t>
                      </a:r>
                      <a:r>
                        <a:rPr lang="en-US" sz="12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2026-27</a:t>
                      </a:r>
                    </a:p>
                    <a:p>
                      <a:pPr algn="l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39670018"/>
                  </a:ext>
                </a:extLst>
              </a:tr>
              <a:tr h="10632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Employee Life-Cycle Management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Observing TAT’s for the rolled out policies and SOP’s.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Observe timelines for Appointment, confirmation and Exit process. Monthly MIS of the above to be released. (Part of HR dashboard)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Standard timeline and protocols for all types of employment to be defined by July 2026. 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Digitize the confirmation and appointment letter management processes through HRMS. 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48596681"/>
                  </a:ext>
                </a:extLst>
              </a:tr>
              <a:tr h="4840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Induction management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Observe 100% adherence of Induction for employees joining at HO, shops and sites.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Standard Induction process to be defined and followed. Induction report to shared for inclusion in HR dashboard.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Employee database management.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95771836"/>
                  </a:ext>
                </a:extLst>
              </a:tr>
              <a:tr h="525694"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Retention &amp; Turnover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Monthly attrition report to be shared with management by 7th of every month.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Develop retention plans for top performers. Plan to be finalized by July 26.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Quarterly meetings with new joiners, and GAT batch. (Records of feedback to be maintained)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3152850"/>
                  </a:ext>
                </a:extLst>
              </a:tr>
              <a:tr h="4926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Exit Management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Separation policy to be followed. (Resignation, acceptance, exit interview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Digitize the Exit Management process on HRMS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18503319"/>
                  </a:ext>
                </a:extLst>
              </a:tr>
              <a:tr h="4926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Reports &amp; SOP's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Employee database management to be observed 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Drafting of HR policies and SOP’s for HR department. 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3926883"/>
                  </a:ext>
                </a:extLst>
              </a:tr>
              <a:tr h="119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lang="en-US" sz="110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</a:t>
                      </a:r>
                      <a:endParaRPr lang="en-US" sz="110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758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6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615234"/>
              </p:ext>
            </p:extLst>
          </p:nvPr>
        </p:nvGraphicFramePr>
        <p:xfrm>
          <a:off x="931049" y="734949"/>
          <a:ext cx="9621934" cy="286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427">
                  <a:extLst>
                    <a:ext uri="{9D8B030D-6E8A-4147-A177-3AD203B41FA5}">
                      <a16:colId xmlns:a16="http://schemas.microsoft.com/office/drawing/2014/main" val="2968338276"/>
                    </a:ext>
                  </a:extLst>
                </a:gridCol>
                <a:gridCol w="1283582">
                  <a:extLst>
                    <a:ext uri="{9D8B030D-6E8A-4147-A177-3AD203B41FA5}">
                      <a16:colId xmlns:a16="http://schemas.microsoft.com/office/drawing/2014/main" val="2305057983"/>
                    </a:ext>
                  </a:extLst>
                </a:gridCol>
                <a:gridCol w="5217925">
                  <a:extLst>
                    <a:ext uri="{9D8B030D-6E8A-4147-A177-3AD203B41FA5}">
                      <a16:colId xmlns:a16="http://schemas.microsoft.com/office/drawing/2014/main" val="4063613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KPI’s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Weightage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  <a:r>
                        <a:rPr lang="en-US" sz="1400" b="1" baseline="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2026-27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670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IT Infrastructure &amp; Asset Management 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Develop IT infrastructure policy for HO and Site team members.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Prepare Maintain and release monthly IT asset register </a:t>
                      </a:r>
                      <a:r>
                        <a:rPr lang="en-US" sz="1100" kern="1200" baseline="0" dirty="0" err="1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wef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August 2026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Automate IT asset management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Monthly stock report to be finalized by August 2026. (report to be released monthly).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08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Security and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IT infrastructure plan for new office to be finalized by August 2026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Benchmarking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of legal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IT requirements for new office by August 2026.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07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IT Policy and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Implementation</a:t>
                      </a: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Current IT policy to be amended and to be released by July 2026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Implementation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of Policies &amp; procedures 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by August 2026</a:t>
                      </a:r>
                      <a:endParaRPr lang="en-US" sz="1100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75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lang="en-US" sz="110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kern="1200" baseline="0" dirty="0" smtClean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</a:t>
                      </a:r>
                      <a:endParaRPr lang="en-US" sz="1100" b="1" kern="1200" baseline="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100" kern="1200" baseline="0" dirty="0" smtClean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789333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797943" y="162670"/>
            <a:ext cx="10515600" cy="5492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Tw Cen MT" panose="020B0602020104020603" pitchFamily="34" charset="0"/>
              </a:rPr>
              <a:t>KPI’s of PRASHANT Memane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0105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51617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5753</TotalTime>
  <Words>1635</Words>
  <Application>Microsoft Office PowerPoint</Application>
  <PresentationFormat>Widescreen</PresentationFormat>
  <Paragraphs>219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Gill Sans MT</vt:lpstr>
      <vt:lpstr>Tahoma</vt:lpstr>
      <vt:lpstr>Times New Roman</vt:lpstr>
      <vt:lpstr>Tw Cen MT</vt:lpstr>
      <vt:lpstr>Wingdings</vt:lpstr>
      <vt:lpstr>Gallery</vt:lpstr>
      <vt:lpstr>Human resource  and Administration department</vt:lpstr>
      <vt:lpstr>Organization Chart of HR and Administration (Head Office)</vt:lpstr>
      <vt:lpstr>PowerPoint Presentation</vt:lpstr>
      <vt:lpstr>KPI’s of Sagar Wavwal</vt:lpstr>
      <vt:lpstr>KPI’s of Kanchan Ghanekar </vt:lpstr>
      <vt:lpstr>PowerPoint Presentation</vt:lpstr>
      <vt:lpstr>KPI’s of Anushka Mudholkar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JNK</dc:creator>
  <cp:lastModifiedBy>JNK</cp:lastModifiedBy>
  <cp:revision>33</cp:revision>
  <dcterms:created xsi:type="dcterms:W3CDTF">2026-05-25T04:05:12Z</dcterms:created>
  <dcterms:modified xsi:type="dcterms:W3CDTF">2026-05-29T03:59:00Z</dcterms:modified>
</cp:coreProperties>
</file>